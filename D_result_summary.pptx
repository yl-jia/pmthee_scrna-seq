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5"/>
  </p:notesMasterIdLst>
  <p:sldIdLst>
    <p:sldId id="418" r:id="rId2"/>
    <p:sldId id="469" r:id="rId3"/>
    <p:sldId id="478" r:id="rId4"/>
    <p:sldId id="477" r:id="rId5"/>
    <p:sldId id="470" r:id="rId6"/>
    <p:sldId id="466" r:id="rId7"/>
    <p:sldId id="476" r:id="rId8"/>
    <p:sldId id="468" r:id="rId9"/>
    <p:sldId id="471" r:id="rId10"/>
    <p:sldId id="472" r:id="rId11"/>
    <p:sldId id="467" r:id="rId12"/>
    <p:sldId id="479" r:id="rId13"/>
    <p:sldId id="47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FFAA5A5-E14D-F848-B4C1-29314B6822EA}">
          <p14:sldIdLst>
            <p14:sldId id="418"/>
          </p14:sldIdLst>
        </p14:section>
        <p14:section name="Trajectory analysis" id="{71F46132-4E34-9640-9FF9-EEACCB0D20BC}">
          <p14:sldIdLst/>
        </p14:section>
        <p14:section name="Paper figures" id="{A5C53E4E-ECD3-5B42-9B40-0819D81673FE}">
          <p14:sldIdLst>
            <p14:sldId id="469"/>
            <p14:sldId id="478"/>
            <p14:sldId id="477"/>
            <p14:sldId id="470"/>
            <p14:sldId id="466"/>
            <p14:sldId id="476"/>
            <p14:sldId id="468"/>
            <p14:sldId id="471"/>
            <p14:sldId id="472"/>
            <p14:sldId id="467"/>
            <p14:sldId id="479"/>
            <p14:sldId id="47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09DFF"/>
    <a:srgbClr val="0432FF"/>
    <a:srgbClr val="92D050"/>
    <a:srgbClr val="FF7C80"/>
    <a:srgbClr val="0000FF"/>
    <a:srgbClr val="BA83FF"/>
    <a:srgbClr val="00BE86"/>
    <a:srgbClr val="D6ED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5294D3-F7EC-C740-896C-17627AFAF14E}" v="268" dt="2024-10-16T19:22:33.4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959" autoAdjust="0"/>
    <p:restoredTop sz="87211" autoAdjust="0"/>
  </p:normalViewPr>
  <p:slideViewPr>
    <p:cSldViewPr snapToGrid="0">
      <p:cViewPr varScale="1">
        <p:scale>
          <a:sx n="106" d="100"/>
          <a:sy n="106" d="100"/>
        </p:scale>
        <p:origin x="1792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0" d="100"/>
        <a:sy n="12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262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nlong JIA" userId="4daa8bfd-e6d6-4f44-b315-8c5b7a700152" providerId="ADAL" clId="{13D78B55-6F63-6449-8E1D-72A2BFF513B2}"/>
    <pc:docChg chg="addSld delSld modSld">
      <pc:chgData name="Yunlong JIA" userId="4daa8bfd-e6d6-4f44-b315-8c5b7a700152" providerId="ADAL" clId="{13D78B55-6F63-6449-8E1D-72A2BFF513B2}" dt="2023-01-05T18:00:56.123" v="24" actId="20577"/>
      <pc:docMkLst>
        <pc:docMk/>
      </pc:docMkLst>
      <pc:sldChg chg="new del">
        <pc:chgData name="Yunlong JIA" userId="4daa8bfd-e6d6-4f44-b315-8c5b7a700152" providerId="ADAL" clId="{13D78B55-6F63-6449-8E1D-72A2BFF513B2}" dt="2023-01-05T17:56:35.366" v="5" actId="2696"/>
        <pc:sldMkLst>
          <pc:docMk/>
          <pc:sldMk cId="4006081430" sldId="256"/>
        </pc:sldMkLst>
      </pc:sldChg>
      <pc:sldChg chg="new">
        <pc:chgData name="Yunlong JIA" userId="4daa8bfd-e6d6-4f44-b315-8c5b7a700152" providerId="ADAL" clId="{13D78B55-6F63-6449-8E1D-72A2BFF513B2}" dt="2023-01-05T17:56:31.005" v="2" actId="680"/>
        <pc:sldMkLst>
          <pc:docMk/>
          <pc:sldMk cId="2858834667" sldId="257"/>
        </pc:sldMkLst>
      </pc:sldChg>
      <pc:sldChg chg="new">
        <pc:chgData name="Yunlong JIA" userId="4daa8bfd-e6d6-4f44-b315-8c5b7a700152" providerId="ADAL" clId="{13D78B55-6F63-6449-8E1D-72A2BFF513B2}" dt="2023-01-05T17:56:32.713" v="3" actId="680"/>
        <pc:sldMkLst>
          <pc:docMk/>
          <pc:sldMk cId="4131580284" sldId="258"/>
        </pc:sldMkLst>
      </pc:sldChg>
      <pc:sldChg chg="new">
        <pc:chgData name="Yunlong JIA" userId="4daa8bfd-e6d6-4f44-b315-8c5b7a700152" providerId="ADAL" clId="{13D78B55-6F63-6449-8E1D-72A2BFF513B2}" dt="2023-01-05T17:56:33.342" v="4" actId="680"/>
        <pc:sldMkLst>
          <pc:docMk/>
          <pc:sldMk cId="3605192468" sldId="259"/>
        </pc:sldMkLst>
      </pc:sldChg>
      <pc:sldChg chg="del">
        <pc:chgData name="Yunlong JIA" userId="4daa8bfd-e6d6-4f44-b315-8c5b7a700152" providerId="ADAL" clId="{13D78B55-6F63-6449-8E1D-72A2BFF513B2}" dt="2023-01-05T17:56:27.124" v="0" actId="2696"/>
        <pc:sldMkLst>
          <pc:docMk/>
          <pc:sldMk cId="2019297922" sldId="312"/>
        </pc:sldMkLst>
      </pc:sldChg>
      <pc:sldChg chg="del">
        <pc:chgData name="Yunlong JIA" userId="4daa8bfd-e6d6-4f44-b315-8c5b7a700152" providerId="ADAL" clId="{13D78B55-6F63-6449-8E1D-72A2BFF513B2}" dt="2023-01-05T17:56:27.124" v="0" actId="2696"/>
        <pc:sldMkLst>
          <pc:docMk/>
          <pc:sldMk cId="585098612" sldId="317"/>
        </pc:sldMkLst>
      </pc:sldChg>
      <pc:sldChg chg="del">
        <pc:chgData name="Yunlong JIA" userId="4daa8bfd-e6d6-4f44-b315-8c5b7a700152" providerId="ADAL" clId="{13D78B55-6F63-6449-8E1D-72A2BFF513B2}" dt="2023-01-05T17:56:27.124" v="0" actId="2696"/>
        <pc:sldMkLst>
          <pc:docMk/>
          <pc:sldMk cId="3071093440" sldId="318"/>
        </pc:sldMkLst>
      </pc:sldChg>
      <pc:sldChg chg="del">
        <pc:chgData name="Yunlong JIA" userId="4daa8bfd-e6d6-4f44-b315-8c5b7a700152" providerId="ADAL" clId="{13D78B55-6F63-6449-8E1D-72A2BFF513B2}" dt="2023-01-05T17:56:27.124" v="0" actId="2696"/>
        <pc:sldMkLst>
          <pc:docMk/>
          <pc:sldMk cId="1212472468" sldId="319"/>
        </pc:sldMkLst>
      </pc:sldChg>
      <pc:sldChg chg="del">
        <pc:chgData name="Yunlong JIA" userId="4daa8bfd-e6d6-4f44-b315-8c5b7a700152" providerId="ADAL" clId="{13D78B55-6F63-6449-8E1D-72A2BFF513B2}" dt="2023-01-05T17:56:27.124" v="0" actId="2696"/>
        <pc:sldMkLst>
          <pc:docMk/>
          <pc:sldMk cId="1853763833" sldId="320"/>
        </pc:sldMkLst>
      </pc:sldChg>
      <pc:sldChg chg="del">
        <pc:chgData name="Yunlong JIA" userId="4daa8bfd-e6d6-4f44-b315-8c5b7a700152" providerId="ADAL" clId="{13D78B55-6F63-6449-8E1D-72A2BFF513B2}" dt="2023-01-05T17:56:27.124" v="0" actId="2696"/>
        <pc:sldMkLst>
          <pc:docMk/>
          <pc:sldMk cId="3814090643" sldId="321"/>
        </pc:sldMkLst>
      </pc:sldChg>
      <pc:sldChg chg="del">
        <pc:chgData name="Yunlong JIA" userId="4daa8bfd-e6d6-4f44-b315-8c5b7a700152" providerId="ADAL" clId="{13D78B55-6F63-6449-8E1D-72A2BFF513B2}" dt="2023-01-05T17:56:27.124" v="0" actId="2696"/>
        <pc:sldMkLst>
          <pc:docMk/>
          <pc:sldMk cId="689541756" sldId="326"/>
        </pc:sldMkLst>
      </pc:sldChg>
      <pc:sldChg chg="del">
        <pc:chgData name="Yunlong JIA" userId="4daa8bfd-e6d6-4f44-b315-8c5b7a700152" providerId="ADAL" clId="{13D78B55-6F63-6449-8E1D-72A2BFF513B2}" dt="2023-01-05T17:56:27.124" v="0" actId="2696"/>
        <pc:sldMkLst>
          <pc:docMk/>
          <pc:sldMk cId="244647230" sldId="327"/>
        </pc:sldMkLst>
      </pc:sldChg>
      <pc:sldChg chg="del">
        <pc:chgData name="Yunlong JIA" userId="4daa8bfd-e6d6-4f44-b315-8c5b7a700152" providerId="ADAL" clId="{13D78B55-6F63-6449-8E1D-72A2BFF513B2}" dt="2023-01-05T17:56:27.124" v="0" actId="2696"/>
        <pc:sldMkLst>
          <pc:docMk/>
          <pc:sldMk cId="1816209736" sldId="328"/>
        </pc:sldMkLst>
      </pc:sldChg>
      <pc:sldChg chg="del">
        <pc:chgData name="Yunlong JIA" userId="4daa8bfd-e6d6-4f44-b315-8c5b7a700152" providerId="ADAL" clId="{13D78B55-6F63-6449-8E1D-72A2BFF513B2}" dt="2023-01-05T17:56:27.124" v="0" actId="2696"/>
        <pc:sldMkLst>
          <pc:docMk/>
          <pc:sldMk cId="1440053609" sldId="329"/>
        </pc:sldMkLst>
      </pc:sldChg>
      <pc:sldChg chg="del">
        <pc:chgData name="Yunlong JIA" userId="4daa8bfd-e6d6-4f44-b315-8c5b7a700152" providerId="ADAL" clId="{13D78B55-6F63-6449-8E1D-72A2BFF513B2}" dt="2023-01-05T17:56:27.124" v="0" actId="2696"/>
        <pc:sldMkLst>
          <pc:docMk/>
          <pc:sldMk cId="2473158258" sldId="330"/>
        </pc:sldMkLst>
      </pc:sldChg>
      <pc:sldChg chg="del">
        <pc:chgData name="Yunlong JIA" userId="4daa8bfd-e6d6-4f44-b315-8c5b7a700152" providerId="ADAL" clId="{13D78B55-6F63-6449-8E1D-72A2BFF513B2}" dt="2023-01-05T17:56:27.124" v="0" actId="2696"/>
        <pc:sldMkLst>
          <pc:docMk/>
          <pc:sldMk cId="3049250969" sldId="337"/>
        </pc:sldMkLst>
      </pc:sldChg>
      <pc:sldChg chg="del">
        <pc:chgData name="Yunlong JIA" userId="4daa8bfd-e6d6-4f44-b315-8c5b7a700152" providerId="ADAL" clId="{13D78B55-6F63-6449-8E1D-72A2BFF513B2}" dt="2023-01-05T17:56:27.124" v="0" actId="2696"/>
        <pc:sldMkLst>
          <pc:docMk/>
          <pc:sldMk cId="781674572" sldId="338"/>
        </pc:sldMkLst>
      </pc:sldChg>
      <pc:sldChg chg="del">
        <pc:chgData name="Yunlong JIA" userId="4daa8bfd-e6d6-4f44-b315-8c5b7a700152" providerId="ADAL" clId="{13D78B55-6F63-6449-8E1D-72A2BFF513B2}" dt="2023-01-05T17:56:27.124" v="0" actId="2696"/>
        <pc:sldMkLst>
          <pc:docMk/>
          <pc:sldMk cId="3296067976" sldId="346"/>
        </pc:sldMkLst>
      </pc:sldChg>
      <pc:sldChg chg="del">
        <pc:chgData name="Yunlong JIA" userId="4daa8bfd-e6d6-4f44-b315-8c5b7a700152" providerId="ADAL" clId="{13D78B55-6F63-6449-8E1D-72A2BFF513B2}" dt="2023-01-05T17:56:27.124" v="0" actId="2696"/>
        <pc:sldMkLst>
          <pc:docMk/>
          <pc:sldMk cId="3980692287" sldId="347"/>
        </pc:sldMkLst>
      </pc:sldChg>
      <pc:sldChg chg="del">
        <pc:chgData name="Yunlong JIA" userId="4daa8bfd-e6d6-4f44-b315-8c5b7a700152" providerId="ADAL" clId="{13D78B55-6F63-6449-8E1D-72A2BFF513B2}" dt="2023-01-05T17:56:27.124" v="0" actId="2696"/>
        <pc:sldMkLst>
          <pc:docMk/>
          <pc:sldMk cId="104632736" sldId="348"/>
        </pc:sldMkLst>
      </pc:sldChg>
      <pc:sldChg chg="del">
        <pc:chgData name="Yunlong JIA" userId="4daa8bfd-e6d6-4f44-b315-8c5b7a700152" providerId="ADAL" clId="{13D78B55-6F63-6449-8E1D-72A2BFF513B2}" dt="2023-01-05T17:56:27.124" v="0" actId="2696"/>
        <pc:sldMkLst>
          <pc:docMk/>
          <pc:sldMk cId="3471170696" sldId="349"/>
        </pc:sldMkLst>
      </pc:sldChg>
      <pc:sldChg chg="del">
        <pc:chgData name="Yunlong JIA" userId="4daa8bfd-e6d6-4f44-b315-8c5b7a700152" providerId="ADAL" clId="{13D78B55-6F63-6449-8E1D-72A2BFF513B2}" dt="2023-01-05T17:56:27.124" v="0" actId="2696"/>
        <pc:sldMkLst>
          <pc:docMk/>
          <pc:sldMk cId="3908627155" sldId="350"/>
        </pc:sldMkLst>
      </pc:sldChg>
      <pc:sldChg chg="del">
        <pc:chgData name="Yunlong JIA" userId="4daa8bfd-e6d6-4f44-b315-8c5b7a700152" providerId="ADAL" clId="{13D78B55-6F63-6449-8E1D-72A2BFF513B2}" dt="2023-01-05T17:56:27.124" v="0" actId="2696"/>
        <pc:sldMkLst>
          <pc:docMk/>
          <pc:sldMk cId="836067299" sldId="351"/>
        </pc:sldMkLst>
      </pc:sldChg>
      <pc:sldChg chg="modSp add mod">
        <pc:chgData name="Yunlong JIA" userId="4daa8bfd-e6d6-4f44-b315-8c5b7a700152" providerId="ADAL" clId="{13D78B55-6F63-6449-8E1D-72A2BFF513B2}" dt="2023-01-05T18:00:56.123" v="24" actId="20577"/>
        <pc:sldMkLst>
          <pc:docMk/>
          <pc:sldMk cId="1728289329" sldId="518"/>
        </pc:sldMkLst>
        <pc:spChg chg="mod">
          <ac:chgData name="Yunlong JIA" userId="4daa8bfd-e6d6-4f44-b315-8c5b7a700152" providerId="ADAL" clId="{13D78B55-6F63-6449-8E1D-72A2BFF513B2}" dt="2023-01-05T18:00:56.123" v="24" actId="20577"/>
          <ac:spMkLst>
            <pc:docMk/>
            <pc:sldMk cId="1728289329" sldId="518"/>
            <ac:spMk id="5" creationId="{72210610-1CFA-5E07-FDE2-CD756AFD4937}"/>
          </ac:spMkLst>
        </pc:spChg>
        <pc:spChg chg="mod">
          <ac:chgData name="Yunlong JIA" userId="4daa8bfd-e6d6-4f44-b315-8c5b7a700152" providerId="ADAL" clId="{13D78B55-6F63-6449-8E1D-72A2BFF513B2}" dt="2023-01-05T18:00:28.614" v="10" actId="20577"/>
          <ac:spMkLst>
            <pc:docMk/>
            <pc:sldMk cId="1728289329" sldId="518"/>
            <ac:spMk id="6" creationId="{CF350EF8-B736-18CB-1C19-DBE1F3B3E3B2}"/>
          </ac:spMkLst>
        </pc:spChg>
      </pc:sldChg>
      <pc:sldChg chg="add">
        <pc:chgData name="Yunlong JIA" userId="4daa8bfd-e6d6-4f44-b315-8c5b7a700152" providerId="ADAL" clId="{13D78B55-6F63-6449-8E1D-72A2BFF513B2}" dt="2023-01-05T18:00:16.257" v="6"/>
        <pc:sldMkLst>
          <pc:docMk/>
          <pc:sldMk cId="882241110" sldId="519"/>
        </pc:sldMkLst>
      </pc:sldChg>
    </pc:docChg>
  </pc:docChgLst>
  <pc:docChgLst>
    <pc:chgData name="Yunlong Jia" userId="6b7af21b-5f2a-4116-95e0-5cdc728d2113" providerId="ADAL" clId="{48496193-FD9B-8642-8F2E-A8B682AAB9E8}"/>
    <pc:docChg chg="custSel delSld modSld delSection modSection">
      <pc:chgData name="Yunlong Jia" userId="6b7af21b-5f2a-4116-95e0-5cdc728d2113" providerId="ADAL" clId="{48496193-FD9B-8642-8F2E-A8B682AAB9E8}" dt="2024-10-16T22:11:12.812" v="6" actId="17851"/>
      <pc:docMkLst>
        <pc:docMk/>
      </pc:docMkLst>
      <pc:sldChg chg="delSp modSp mod">
        <pc:chgData name="Yunlong Jia" userId="6b7af21b-5f2a-4116-95e0-5cdc728d2113" providerId="ADAL" clId="{48496193-FD9B-8642-8F2E-A8B682AAB9E8}" dt="2024-10-16T22:11:01.341" v="4" actId="20577"/>
        <pc:sldMkLst>
          <pc:docMk/>
          <pc:sldMk cId="2729008382" sldId="418"/>
        </pc:sldMkLst>
        <pc:spChg chg="mod">
          <ac:chgData name="Yunlong Jia" userId="6b7af21b-5f2a-4116-95e0-5cdc728d2113" providerId="ADAL" clId="{48496193-FD9B-8642-8F2E-A8B682AAB9E8}" dt="2024-10-16T22:11:01.341" v="4" actId="20577"/>
          <ac:spMkLst>
            <pc:docMk/>
            <pc:sldMk cId="2729008382" sldId="418"/>
            <ac:spMk id="3" creationId="{711AFA6E-F98E-0C16-2819-B015B53745C5}"/>
          </ac:spMkLst>
        </pc:spChg>
        <pc:spChg chg="del">
          <ac:chgData name="Yunlong Jia" userId="6b7af21b-5f2a-4116-95e0-5cdc728d2113" providerId="ADAL" clId="{48496193-FD9B-8642-8F2E-A8B682AAB9E8}" dt="2024-10-16T22:10:57.308" v="0" actId="478"/>
          <ac:spMkLst>
            <pc:docMk/>
            <pc:sldMk cId="2729008382" sldId="418"/>
            <ac:spMk id="4" creationId="{2656159D-529E-FC33-093C-7E61480336E2}"/>
          </ac:spMkLst>
        </pc:spChg>
      </pc:sldChg>
      <pc:sldChg chg="del">
        <pc:chgData name="Yunlong Jia" userId="6b7af21b-5f2a-4116-95e0-5cdc728d2113" providerId="ADAL" clId="{48496193-FD9B-8642-8F2E-A8B682AAB9E8}" dt="2024-10-16T22:11:08.110" v="5" actId="2696"/>
        <pc:sldMkLst>
          <pc:docMk/>
          <pc:sldMk cId="419366207" sldId="445"/>
        </pc:sldMkLst>
      </pc:sldChg>
      <pc:sldChg chg="del">
        <pc:chgData name="Yunlong Jia" userId="6b7af21b-5f2a-4116-95e0-5cdc728d2113" providerId="ADAL" clId="{48496193-FD9B-8642-8F2E-A8B682AAB9E8}" dt="2024-10-16T22:11:08.110" v="5" actId="2696"/>
        <pc:sldMkLst>
          <pc:docMk/>
          <pc:sldMk cId="1517398569" sldId="450"/>
        </pc:sldMkLst>
      </pc:sldChg>
      <pc:sldChg chg="del">
        <pc:chgData name="Yunlong Jia" userId="6b7af21b-5f2a-4116-95e0-5cdc728d2113" providerId="ADAL" clId="{48496193-FD9B-8642-8F2E-A8B682AAB9E8}" dt="2024-10-16T22:11:08.110" v="5" actId="2696"/>
        <pc:sldMkLst>
          <pc:docMk/>
          <pc:sldMk cId="3304593356" sldId="451"/>
        </pc:sldMkLst>
      </pc:sldChg>
      <pc:sldChg chg="del">
        <pc:chgData name="Yunlong Jia" userId="6b7af21b-5f2a-4116-95e0-5cdc728d2113" providerId="ADAL" clId="{48496193-FD9B-8642-8F2E-A8B682AAB9E8}" dt="2024-10-16T22:11:08.110" v="5" actId="2696"/>
        <pc:sldMkLst>
          <pc:docMk/>
          <pc:sldMk cId="3415166472" sldId="454"/>
        </pc:sldMkLst>
      </pc:sldChg>
      <pc:sldChg chg="del">
        <pc:chgData name="Yunlong Jia" userId="6b7af21b-5f2a-4116-95e0-5cdc728d2113" providerId="ADAL" clId="{48496193-FD9B-8642-8F2E-A8B682AAB9E8}" dt="2024-10-16T22:11:08.110" v="5" actId="2696"/>
        <pc:sldMkLst>
          <pc:docMk/>
          <pc:sldMk cId="1955512072" sldId="455"/>
        </pc:sldMkLst>
      </pc:sldChg>
      <pc:sldChg chg="del">
        <pc:chgData name="Yunlong Jia" userId="6b7af21b-5f2a-4116-95e0-5cdc728d2113" providerId="ADAL" clId="{48496193-FD9B-8642-8F2E-A8B682AAB9E8}" dt="2024-10-16T22:11:08.110" v="5" actId="2696"/>
        <pc:sldMkLst>
          <pc:docMk/>
          <pc:sldMk cId="4104676503" sldId="457"/>
        </pc:sldMkLst>
      </pc:sldChg>
      <pc:sldChg chg="del">
        <pc:chgData name="Yunlong Jia" userId="6b7af21b-5f2a-4116-95e0-5cdc728d2113" providerId="ADAL" clId="{48496193-FD9B-8642-8F2E-A8B682AAB9E8}" dt="2024-10-16T22:11:08.110" v="5" actId="2696"/>
        <pc:sldMkLst>
          <pc:docMk/>
          <pc:sldMk cId="1109778232" sldId="458"/>
        </pc:sldMkLst>
      </pc:sldChg>
      <pc:sldChg chg="del">
        <pc:chgData name="Yunlong Jia" userId="6b7af21b-5f2a-4116-95e0-5cdc728d2113" providerId="ADAL" clId="{48496193-FD9B-8642-8F2E-A8B682AAB9E8}" dt="2024-10-16T22:11:08.110" v="5" actId="2696"/>
        <pc:sldMkLst>
          <pc:docMk/>
          <pc:sldMk cId="190676665" sldId="459"/>
        </pc:sldMkLst>
      </pc:sldChg>
      <pc:sldChg chg="del">
        <pc:chgData name="Yunlong Jia" userId="6b7af21b-5f2a-4116-95e0-5cdc728d2113" providerId="ADAL" clId="{48496193-FD9B-8642-8F2E-A8B682AAB9E8}" dt="2024-10-16T22:11:08.110" v="5" actId="2696"/>
        <pc:sldMkLst>
          <pc:docMk/>
          <pc:sldMk cId="2932531189" sldId="461"/>
        </pc:sldMkLst>
      </pc:sldChg>
      <pc:sldChg chg="del">
        <pc:chgData name="Yunlong Jia" userId="6b7af21b-5f2a-4116-95e0-5cdc728d2113" providerId="ADAL" clId="{48496193-FD9B-8642-8F2E-A8B682AAB9E8}" dt="2024-10-16T22:11:08.110" v="5" actId="2696"/>
        <pc:sldMkLst>
          <pc:docMk/>
          <pc:sldMk cId="2402127713" sldId="463"/>
        </pc:sldMkLst>
      </pc:sldChg>
      <pc:sldChg chg="del">
        <pc:chgData name="Yunlong Jia" userId="6b7af21b-5f2a-4116-95e0-5cdc728d2113" providerId="ADAL" clId="{48496193-FD9B-8642-8F2E-A8B682AAB9E8}" dt="2024-10-16T22:11:08.110" v="5" actId="2696"/>
        <pc:sldMkLst>
          <pc:docMk/>
          <pc:sldMk cId="2092182134" sldId="465"/>
        </pc:sldMkLst>
      </pc:sldChg>
    </pc:docChg>
  </pc:docChgLst>
  <pc:docChgLst>
    <pc:chgData name="Yunlong Jia" userId="6b7af21b-5f2a-4116-95e0-5cdc728d2113" providerId="ADAL" clId="{C7AFC0BD-A605-B843-ACE7-6CB1BD7BBD8A}"/>
    <pc:docChg chg="addSld delSld modSld addSection delSection modSection">
      <pc:chgData name="Yunlong Jia" userId="6b7af21b-5f2a-4116-95e0-5cdc728d2113" providerId="ADAL" clId="{C7AFC0BD-A605-B843-ACE7-6CB1BD7BBD8A}" dt="2024-08-16T22:41:56.962" v="69" actId="1076"/>
      <pc:docMkLst>
        <pc:docMk/>
      </pc:docMkLst>
      <pc:sldChg chg="del">
        <pc:chgData name="Yunlong Jia" userId="6b7af21b-5f2a-4116-95e0-5cdc728d2113" providerId="ADAL" clId="{C7AFC0BD-A605-B843-ACE7-6CB1BD7BBD8A}" dt="2024-08-16T22:11:33.248" v="29" actId="2696"/>
        <pc:sldMkLst>
          <pc:docMk/>
          <pc:sldMk cId="2802931435" sldId="271"/>
        </pc:sldMkLst>
      </pc:sldChg>
      <pc:sldChg chg="del">
        <pc:chgData name="Yunlong Jia" userId="6b7af21b-5f2a-4116-95e0-5cdc728d2113" providerId="ADAL" clId="{C7AFC0BD-A605-B843-ACE7-6CB1BD7BBD8A}" dt="2024-08-16T22:11:59.230" v="44" actId="2696"/>
        <pc:sldMkLst>
          <pc:docMk/>
          <pc:sldMk cId="262320550" sldId="410"/>
        </pc:sldMkLst>
      </pc:sldChg>
      <pc:sldChg chg="addSp modSp mod modNotesTx">
        <pc:chgData name="Yunlong Jia" userId="6b7af21b-5f2a-4116-95e0-5cdc728d2113" providerId="ADAL" clId="{C7AFC0BD-A605-B843-ACE7-6CB1BD7BBD8A}" dt="2024-08-16T21:33:26.869" v="28" actId="1076"/>
        <pc:sldMkLst>
          <pc:docMk/>
          <pc:sldMk cId="2729008382" sldId="418"/>
        </pc:sldMkLst>
        <pc:spChg chg="mod">
          <ac:chgData name="Yunlong Jia" userId="6b7af21b-5f2a-4116-95e0-5cdc728d2113" providerId="ADAL" clId="{C7AFC0BD-A605-B843-ACE7-6CB1BD7BBD8A}" dt="2024-08-16T21:33:26.869" v="28" actId="1076"/>
          <ac:spMkLst>
            <pc:docMk/>
            <pc:sldMk cId="2729008382" sldId="418"/>
            <ac:spMk id="3" creationId="{711AFA6E-F98E-0C16-2819-B015B53745C5}"/>
          </ac:spMkLst>
        </pc:spChg>
        <pc:spChg chg="add mod">
          <ac:chgData name="Yunlong Jia" userId="6b7af21b-5f2a-4116-95e0-5cdc728d2113" providerId="ADAL" clId="{C7AFC0BD-A605-B843-ACE7-6CB1BD7BBD8A}" dt="2024-08-16T21:33:18.669" v="27" actId="14100"/>
          <ac:spMkLst>
            <pc:docMk/>
            <pc:sldMk cId="2729008382" sldId="418"/>
            <ac:spMk id="4" creationId="{2656159D-529E-FC33-093C-7E61480336E2}"/>
          </ac:spMkLst>
        </pc:spChg>
      </pc:sldChg>
      <pc:sldChg chg="del">
        <pc:chgData name="Yunlong Jia" userId="6b7af21b-5f2a-4116-95e0-5cdc728d2113" providerId="ADAL" clId="{C7AFC0BD-A605-B843-ACE7-6CB1BD7BBD8A}" dt="2024-08-16T22:11:40.238" v="30" actId="2696"/>
        <pc:sldMkLst>
          <pc:docMk/>
          <pc:sldMk cId="761196027" sldId="420"/>
        </pc:sldMkLst>
      </pc:sldChg>
      <pc:sldChg chg="del">
        <pc:chgData name="Yunlong Jia" userId="6b7af21b-5f2a-4116-95e0-5cdc728d2113" providerId="ADAL" clId="{C7AFC0BD-A605-B843-ACE7-6CB1BD7BBD8A}" dt="2024-08-16T22:11:40.884" v="31" actId="2696"/>
        <pc:sldMkLst>
          <pc:docMk/>
          <pc:sldMk cId="3894602662" sldId="421"/>
        </pc:sldMkLst>
      </pc:sldChg>
      <pc:sldChg chg="del">
        <pc:chgData name="Yunlong Jia" userId="6b7af21b-5f2a-4116-95e0-5cdc728d2113" providerId="ADAL" clId="{C7AFC0BD-A605-B843-ACE7-6CB1BD7BBD8A}" dt="2024-08-16T22:11:52.547" v="37" actId="2696"/>
        <pc:sldMkLst>
          <pc:docMk/>
          <pc:sldMk cId="3776549291" sldId="422"/>
        </pc:sldMkLst>
      </pc:sldChg>
      <pc:sldChg chg="del">
        <pc:chgData name="Yunlong Jia" userId="6b7af21b-5f2a-4116-95e0-5cdc728d2113" providerId="ADAL" clId="{C7AFC0BD-A605-B843-ACE7-6CB1BD7BBD8A}" dt="2024-08-16T22:11:43.332" v="32" actId="2696"/>
        <pc:sldMkLst>
          <pc:docMk/>
          <pc:sldMk cId="1794027066" sldId="426"/>
        </pc:sldMkLst>
      </pc:sldChg>
      <pc:sldChg chg="del">
        <pc:chgData name="Yunlong Jia" userId="6b7af21b-5f2a-4116-95e0-5cdc728d2113" providerId="ADAL" clId="{C7AFC0BD-A605-B843-ACE7-6CB1BD7BBD8A}" dt="2024-08-16T22:11:43.895" v="33" actId="2696"/>
        <pc:sldMkLst>
          <pc:docMk/>
          <pc:sldMk cId="1183498716" sldId="427"/>
        </pc:sldMkLst>
      </pc:sldChg>
      <pc:sldChg chg="del">
        <pc:chgData name="Yunlong Jia" userId="6b7af21b-5f2a-4116-95e0-5cdc728d2113" providerId="ADAL" clId="{C7AFC0BD-A605-B843-ACE7-6CB1BD7BBD8A}" dt="2024-08-16T22:11:55.167" v="39" actId="2696"/>
        <pc:sldMkLst>
          <pc:docMk/>
          <pc:sldMk cId="2254816917" sldId="428"/>
        </pc:sldMkLst>
      </pc:sldChg>
      <pc:sldChg chg="del">
        <pc:chgData name="Yunlong Jia" userId="6b7af21b-5f2a-4116-95e0-5cdc728d2113" providerId="ADAL" clId="{C7AFC0BD-A605-B843-ACE7-6CB1BD7BBD8A}" dt="2024-08-16T22:11:55.716" v="40" actId="2696"/>
        <pc:sldMkLst>
          <pc:docMk/>
          <pc:sldMk cId="3570342741" sldId="429"/>
        </pc:sldMkLst>
      </pc:sldChg>
      <pc:sldChg chg="del">
        <pc:chgData name="Yunlong Jia" userId="6b7af21b-5f2a-4116-95e0-5cdc728d2113" providerId="ADAL" clId="{C7AFC0BD-A605-B843-ACE7-6CB1BD7BBD8A}" dt="2024-08-16T22:11:56.589" v="41" actId="2696"/>
        <pc:sldMkLst>
          <pc:docMk/>
          <pc:sldMk cId="1332987593" sldId="430"/>
        </pc:sldMkLst>
      </pc:sldChg>
      <pc:sldChg chg="del">
        <pc:chgData name="Yunlong Jia" userId="6b7af21b-5f2a-4116-95e0-5cdc728d2113" providerId="ADAL" clId="{C7AFC0BD-A605-B843-ACE7-6CB1BD7BBD8A}" dt="2024-08-16T22:11:44.924" v="34" actId="2696"/>
        <pc:sldMkLst>
          <pc:docMk/>
          <pc:sldMk cId="2148089238" sldId="431"/>
        </pc:sldMkLst>
      </pc:sldChg>
      <pc:sldChg chg="del">
        <pc:chgData name="Yunlong Jia" userId="6b7af21b-5f2a-4116-95e0-5cdc728d2113" providerId="ADAL" clId="{C7AFC0BD-A605-B843-ACE7-6CB1BD7BBD8A}" dt="2024-08-16T22:11:45.353" v="35" actId="2696"/>
        <pc:sldMkLst>
          <pc:docMk/>
          <pc:sldMk cId="2432429744" sldId="432"/>
        </pc:sldMkLst>
      </pc:sldChg>
      <pc:sldChg chg="del">
        <pc:chgData name="Yunlong Jia" userId="6b7af21b-5f2a-4116-95e0-5cdc728d2113" providerId="ADAL" clId="{C7AFC0BD-A605-B843-ACE7-6CB1BD7BBD8A}" dt="2024-08-16T22:11:49.854" v="36" actId="2696"/>
        <pc:sldMkLst>
          <pc:docMk/>
          <pc:sldMk cId="3072132491" sldId="433"/>
        </pc:sldMkLst>
      </pc:sldChg>
      <pc:sldChg chg="del">
        <pc:chgData name="Yunlong Jia" userId="6b7af21b-5f2a-4116-95e0-5cdc728d2113" providerId="ADAL" clId="{C7AFC0BD-A605-B843-ACE7-6CB1BD7BBD8A}" dt="2024-08-16T22:11:58.228" v="42" actId="2696"/>
        <pc:sldMkLst>
          <pc:docMk/>
          <pc:sldMk cId="2235568877" sldId="434"/>
        </pc:sldMkLst>
      </pc:sldChg>
      <pc:sldChg chg="del">
        <pc:chgData name="Yunlong Jia" userId="6b7af21b-5f2a-4116-95e0-5cdc728d2113" providerId="ADAL" clId="{C7AFC0BD-A605-B843-ACE7-6CB1BD7BBD8A}" dt="2024-08-16T22:11:58.748" v="43" actId="2696"/>
        <pc:sldMkLst>
          <pc:docMk/>
          <pc:sldMk cId="658037668" sldId="435"/>
        </pc:sldMkLst>
      </pc:sldChg>
      <pc:sldChg chg="del">
        <pc:chgData name="Yunlong Jia" userId="6b7af21b-5f2a-4116-95e0-5cdc728d2113" providerId="ADAL" clId="{C7AFC0BD-A605-B843-ACE7-6CB1BD7BBD8A}" dt="2024-08-16T22:11:54.431" v="38" actId="2696"/>
        <pc:sldMkLst>
          <pc:docMk/>
          <pc:sldMk cId="3649975958" sldId="436"/>
        </pc:sldMkLst>
      </pc:sldChg>
      <pc:sldChg chg="del">
        <pc:chgData name="Yunlong Jia" userId="6b7af21b-5f2a-4116-95e0-5cdc728d2113" providerId="ADAL" clId="{C7AFC0BD-A605-B843-ACE7-6CB1BD7BBD8A}" dt="2024-08-16T22:11:59.669" v="45" actId="2696"/>
        <pc:sldMkLst>
          <pc:docMk/>
          <pc:sldMk cId="2741896515" sldId="437"/>
        </pc:sldMkLst>
      </pc:sldChg>
      <pc:sldChg chg="del">
        <pc:chgData name="Yunlong Jia" userId="6b7af21b-5f2a-4116-95e0-5cdc728d2113" providerId="ADAL" clId="{C7AFC0BD-A605-B843-ACE7-6CB1BD7BBD8A}" dt="2024-08-16T22:12:00.646" v="46" actId="2696"/>
        <pc:sldMkLst>
          <pc:docMk/>
          <pc:sldMk cId="1215112841" sldId="438"/>
        </pc:sldMkLst>
      </pc:sldChg>
      <pc:sldChg chg="del">
        <pc:chgData name="Yunlong Jia" userId="6b7af21b-5f2a-4116-95e0-5cdc728d2113" providerId="ADAL" clId="{C7AFC0BD-A605-B843-ACE7-6CB1BD7BBD8A}" dt="2024-08-16T22:12:01.355" v="47" actId="2696"/>
        <pc:sldMkLst>
          <pc:docMk/>
          <pc:sldMk cId="2079868611" sldId="439"/>
        </pc:sldMkLst>
      </pc:sldChg>
      <pc:sldChg chg="modSp mod">
        <pc:chgData name="Yunlong Jia" userId="6b7af21b-5f2a-4116-95e0-5cdc728d2113" providerId="ADAL" clId="{C7AFC0BD-A605-B843-ACE7-6CB1BD7BBD8A}" dt="2024-08-16T22:12:26.351" v="59" actId="20577"/>
        <pc:sldMkLst>
          <pc:docMk/>
          <pc:sldMk cId="3245404595" sldId="440"/>
        </pc:sldMkLst>
        <pc:spChg chg="mod">
          <ac:chgData name="Yunlong Jia" userId="6b7af21b-5f2a-4116-95e0-5cdc728d2113" providerId="ADAL" clId="{C7AFC0BD-A605-B843-ACE7-6CB1BD7BBD8A}" dt="2024-08-16T22:12:26.351" v="59" actId="20577"/>
          <ac:spMkLst>
            <pc:docMk/>
            <pc:sldMk cId="3245404595" sldId="440"/>
            <ac:spMk id="3" creationId="{2A2BF49D-C029-2BD2-2036-DBAE070425AB}"/>
          </ac:spMkLst>
        </pc:spChg>
      </pc:sldChg>
      <pc:sldChg chg="addSp modSp new mod">
        <pc:chgData name="Yunlong Jia" userId="6b7af21b-5f2a-4116-95e0-5cdc728d2113" providerId="ADAL" clId="{C7AFC0BD-A605-B843-ACE7-6CB1BD7BBD8A}" dt="2024-08-16T22:41:56.962" v="69" actId="1076"/>
        <pc:sldMkLst>
          <pc:docMk/>
          <pc:sldMk cId="1062909409" sldId="442"/>
        </pc:sldMkLst>
        <pc:picChg chg="add mod">
          <ac:chgData name="Yunlong Jia" userId="6b7af21b-5f2a-4116-95e0-5cdc728d2113" providerId="ADAL" clId="{C7AFC0BD-A605-B843-ACE7-6CB1BD7BBD8A}" dt="2024-08-16T22:41:56.962" v="69" actId="1076"/>
          <ac:picMkLst>
            <pc:docMk/>
            <pc:sldMk cId="1062909409" sldId="442"/>
            <ac:picMk id="3" creationId="{44A2E28C-0B01-2E47-5D92-D9EAAF60A320}"/>
          </ac:picMkLst>
        </pc:picChg>
      </pc:sldChg>
    </pc:docChg>
  </pc:docChgLst>
  <pc:docChgLst>
    <pc:chgData name="Yunlong JIA" userId="4daa8bfd-e6d6-4f44-b315-8c5b7a700152" providerId="ADAL" clId="{0F764066-1779-2E4F-89BB-AFAB514056ED}"/>
    <pc:docChg chg="custSel addSld modSld sldOrd">
      <pc:chgData name="Yunlong JIA" userId="4daa8bfd-e6d6-4f44-b315-8c5b7a700152" providerId="ADAL" clId="{0F764066-1779-2E4F-89BB-AFAB514056ED}" dt="2023-01-15T23:20:53.063" v="77" actId="1076"/>
      <pc:docMkLst>
        <pc:docMk/>
      </pc:docMkLst>
      <pc:sldChg chg="addSp modSp mod">
        <pc:chgData name="Yunlong JIA" userId="4daa8bfd-e6d6-4f44-b315-8c5b7a700152" providerId="ADAL" clId="{0F764066-1779-2E4F-89BB-AFAB514056ED}" dt="2023-01-15T07:07:01.338" v="56" actId="1076"/>
        <pc:sldMkLst>
          <pc:docMk/>
          <pc:sldMk cId="2858834667" sldId="257"/>
        </pc:sldMkLst>
        <pc:spChg chg="add mod">
          <ac:chgData name="Yunlong JIA" userId="4daa8bfd-e6d6-4f44-b315-8c5b7a700152" providerId="ADAL" clId="{0F764066-1779-2E4F-89BB-AFAB514056ED}" dt="2023-01-15T07:07:01.338" v="56" actId="1076"/>
          <ac:spMkLst>
            <pc:docMk/>
            <pc:sldMk cId="2858834667" sldId="257"/>
            <ac:spMk id="4" creationId="{89B1F704-DD12-30A5-649E-13E3B17D3CED}"/>
          </ac:spMkLst>
        </pc:spChg>
        <pc:picChg chg="mod">
          <ac:chgData name="Yunlong JIA" userId="4daa8bfd-e6d6-4f44-b315-8c5b7a700152" providerId="ADAL" clId="{0F764066-1779-2E4F-89BB-AFAB514056ED}" dt="2023-01-15T06:49:27.552" v="2" actId="14100"/>
          <ac:picMkLst>
            <pc:docMk/>
            <pc:sldMk cId="2858834667" sldId="257"/>
            <ac:picMk id="2" creationId="{03C6082F-433D-DDB0-102A-D65EFDA9B509}"/>
          </ac:picMkLst>
        </pc:picChg>
      </pc:sldChg>
      <pc:sldChg chg="addSp modSp new mod modNotesTx">
        <pc:chgData name="Yunlong JIA" userId="4daa8bfd-e6d6-4f44-b315-8c5b7a700152" providerId="ADAL" clId="{0F764066-1779-2E4F-89BB-AFAB514056ED}" dt="2023-01-15T06:54:21.295" v="44" actId="1076"/>
        <pc:sldMkLst>
          <pc:docMk/>
          <pc:sldMk cId="2377745090" sldId="258"/>
        </pc:sldMkLst>
        <pc:spChg chg="add mod">
          <ac:chgData name="Yunlong JIA" userId="4daa8bfd-e6d6-4f44-b315-8c5b7a700152" providerId="ADAL" clId="{0F764066-1779-2E4F-89BB-AFAB514056ED}" dt="2023-01-15T06:54:11.077" v="40" actId="1076"/>
          <ac:spMkLst>
            <pc:docMk/>
            <pc:sldMk cId="2377745090" sldId="258"/>
            <ac:spMk id="5" creationId="{F6C3743F-52C2-303B-3B52-9B53253C0E53}"/>
          </ac:spMkLst>
        </pc:spChg>
        <pc:spChg chg="add mod">
          <ac:chgData name="Yunlong JIA" userId="4daa8bfd-e6d6-4f44-b315-8c5b7a700152" providerId="ADAL" clId="{0F764066-1779-2E4F-89BB-AFAB514056ED}" dt="2023-01-15T06:54:21.295" v="44" actId="1076"/>
          <ac:spMkLst>
            <pc:docMk/>
            <pc:sldMk cId="2377745090" sldId="258"/>
            <ac:spMk id="7" creationId="{455CBC7B-8FB3-BF4A-C1D0-08DFFA6D56B7}"/>
          </ac:spMkLst>
        </pc:spChg>
        <pc:picChg chg="add mod">
          <ac:chgData name="Yunlong JIA" userId="4daa8bfd-e6d6-4f44-b315-8c5b7a700152" providerId="ADAL" clId="{0F764066-1779-2E4F-89BB-AFAB514056ED}" dt="2023-01-15T06:54:13.717" v="41" actId="14100"/>
          <ac:picMkLst>
            <pc:docMk/>
            <pc:sldMk cId="2377745090" sldId="258"/>
            <ac:picMk id="3" creationId="{ADFD179F-054A-FD1E-FE20-83120D75FF02}"/>
          </ac:picMkLst>
        </pc:picChg>
      </pc:sldChg>
      <pc:sldChg chg="addSp modSp new mod ord">
        <pc:chgData name="Yunlong JIA" userId="4daa8bfd-e6d6-4f44-b315-8c5b7a700152" providerId="ADAL" clId="{0F764066-1779-2E4F-89BB-AFAB514056ED}" dt="2023-01-15T23:17:36.931" v="72" actId="20578"/>
        <pc:sldMkLst>
          <pc:docMk/>
          <pc:sldMk cId="2165061637" sldId="259"/>
        </pc:sldMkLst>
        <pc:spChg chg="add mod">
          <ac:chgData name="Yunlong JIA" userId="4daa8bfd-e6d6-4f44-b315-8c5b7a700152" providerId="ADAL" clId="{0F764066-1779-2E4F-89BB-AFAB514056ED}" dt="2023-01-15T23:16:17.111" v="63" actId="208"/>
          <ac:spMkLst>
            <pc:docMk/>
            <pc:sldMk cId="2165061637" sldId="259"/>
            <ac:spMk id="3" creationId="{FBCA3590-5845-341F-B0A9-66FC14079C2D}"/>
          </ac:spMkLst>
        </pc:spChg>
        <pc:spChg chg="add mod">
          <ac:chgData name="Yunlong JIA" userId="4daa8bfd-e6d6-4f44-b315-8c5b7a700152" providerId="ADAL" clId="{0F764066-1779-2E4F-89BB-AFAB514056ED}" dt="2023-01-15T23:16:31.079" v="67" actId="1076"/>
          <ac:spMkLst>
            <pc:docMk/>
            <pc:sldMk cId="2165061637" sldId="259"/>
            <ac:spMk id="5" creationId="{C927FFA1-C7C5-4A64-5FD5-DE55C19928B1}"/>
          </ac:spMkLst>
        </pc:spChg>
        <pc:picChg chg="add mod">
          <ac:chgData name="Yunlong JIA" userId="4daa8bfd-e6d6-4f44-b315-8c5b7a700152" providerId="ADAL" clId="{0F764066-1779-2E4F-89BB-AFAB514056ED}" dt="2023-01-15T23:16:06.921" v="60" actId="1076"/>
          <ac:picMkLst>
            <pc:docMk/>
            <pc:sldMk cId="2165061637" sldId="259"/>
            <ac:picMk id="2" creationId="{38C526FA-4D01-013E-5943-A21E9660E369}"/>
          </ac:picMkLst>
        </pc:picChg>
        <pc:picChg chg="add mod">
          <ac:chgData name="Yunlong JIA" userId="4daa8bfd-e6d6-4f44-b315-8c5b7a700152" providerId="ADAL" clId="{0F764066-1779-2E4F-89BB-AFAB514056ED}" dt="2023-01-15T23:17:26.136" v="71" actId="14100"/>
          <ac:picMkLst>
            <pc:docMk/>
            <pc:sldMk cId="2165061637" sldId="259"/>
            <ac:picMk id="6" creationId="{8E80526E-FDDD-8BFD-E4FB-BEE49715F785}"/>
          </ac:picMkLst>
        </pc:picChg>
      </pc:sldChg>
      <pc:sldChg chg="addSp modSp new mod">
        <pc:chgData name="Yunlong JIA" userId="4daa8bfd-e6d6-4f44-b315-8c5b7a700152" providerId="ADAL" clId="{0F764066-1779-2E4F-89BB-AFAB514056ED}" dt="2023-01-15T23:20:53.063" v="77" actId="1076"/>
        <pc:sldMkLst>
          <pc:docMk/>
          <pc:sldMk cId="887008388" sldId="260"/>
        </pc:sldMkLst>
        <pc:spChg chg="add mod">
          <ac:chgData name="Yunlong JIA" userId="4daa8bfd-e6d6-4f44-b315-8c5b7a700152" providerId="ADAL" clId="{0F764066-1779-2E4F-89BB-AFAB514056ED}" dt="2023-01-15T23:20:53.063" v="77" actId="1076"/>
          <ac:spMkLst>
            <pc:docMk/>
            <pc:sldMk cId="887008388" sldId="260"/>
            <ac:spMk id="2" creationId="{61F46F9B-3724-7D77-C429-95C96381608C}"/>
          </ac:spMkLst>
        </pc:spChg>
        <pc:picChg chg="add mod">
          <ac:chgData name="Yunlong JIA" userId="4daa8bfd-e6d6-4f44-b315-8c5b7a700152" providerId="ADAL" clId="{0F764066-1779-2E4F-89BB-AFAB514056ED}" dt="2023-01-15T23:20:31.579" v="75" actId="1076"/>
          <ac:picMkLst>
            <pc:docMk/>
            <pc:sldMk cId="887008388" sldId="260"/>
            <ac:picMk id="1026" creationId="{07CE8F6C-DECB-FA38-8257-7B50FE4A1DE0}"/>
          </ac:picMkLst>
        </pc:picChg>
      </pc:sldChg>
    </pc:docChg>
  </pc:docChgLst>
  <pc:docChgLst>
    <pc:chgData name="Yunlong JIA" userId="4daa8bfd-e6d6-4f44-b315-8c5b7a700152" providerId="ADAL" clId="{4936D9A3-86A3-CA49-BDDA-38547A559F49}"/>
    <pc:docChg chg="undo custSel addSld delSld modSld">
      <pc:chgData name="Yunlong JIA" userId="4daa8bfd-e6d6-4f44-b315-8c5b7a700152" providerId="ADAL" clId="{4936D9A3-86A3-CA49-BDDA-38547A559F49}" dt="2023-01-16T05:25:55.276" v="14" actId="2696"/>
      <pc:docMkLst>
        <pc:docMk/>
      </pc:docMkLst>
      <pc:sldChg chg="add del">
        <pc:chgData name="Yunlong JIA" userId="4daa8bfd-e6d6-4f44-b315-8c5b7a700152" providerId="ADAL" clId="{4936D9A3-86A3-CA49-BDDA-38547A559F49}" dt="2023-01-15T23:25:22.758" v="4" actId="2696"/>
        <pc:sldMkLst>
          <pc:docMk/>
          <pc:sldMk cId="2858834667" sldId="257"/>
        </pc:sldMkLst>
      </pc:sldChg>
      <pc:sldChg chg="addSp delSp modSp add del mod">
        <pc:chgData name="Yunlong JIA" userId="4daa8bfd-e6d6-4f44-b315-8c5b7a700152" providerId="ADAL" clId="{4936D9A3-86A3-CA49-BDDA-38547A559F49}" dt="2023-01-15T23:25:55.711" v="13" actId="207"/>
        <pc:sldMkLst>
          <pc:docMk/>
          <pc:sldMk cId="2165061637" sldId="259"/>
        </pc:sldMkLst>
        <pc:spChg chg="del">
          <ac:chgData name="Yunlong JIA" userId="4daa8bfd-e6d6-4f44-b315-8c5b7a700152" providerId="ADAL" clId="{4936D9A3-86A3-CA49-BDDA-38547A559F49}" dt="2023-01-15T23:25:37.471" v="8" actId="478"/>
          <ac:spMkLst>
            <pc:docMk/>
            <pc:sldMk cId="2165061637" sldId="259"/>
            <ac:spMk id="3" creationId="{FBCA3590-5845-341F-B0A9-66FC14079C2D}"/>
          </ac:spMkLst>
        </pc:spChg>
        <pc:spChg chg="add mod">
          <ac:chgData name="Yunlong JIA" userId="4daa8bfd-e6d6-4f44-b315-8c5b7a700152" providerId="ADAL" clId="{4936D9A3-86A3-CA49-BDDA-38547A559F49}" dt="2023-01-15T23:25:55.711" v="13" actId="207"/>
          <ac:spMkLst>
            <pc:docMk/>
            <pc:sldMk cId="2165061637" sldId="259"/>
            <ac:spMk id="7" creationId="{3A80784E-02C1-FCE5-2682-FA2ABCA55AF4}"/>
          </ac:spMkLst>
        </pc:spChg>
        <pc:picChg chg="del">
          <ac:chgData name="Yunlong JIA" userId="4daa8bfd-e6d6-4f44-b315-8c5b7a700152" providerId="ADAL" clId="{4936D9A3-86A3-CA49-BDDA-38547A559F49}" dt="2023-01-15T23:25:24.241" v="5" actId="478"/>
          <ac:picMkLst>
            <pc:docMk/>
            <pc:sldMk cId="2165061637" sldId="259"/>
            <ac:picMk id="2" creationId="{38C526FA-4D01-013E-5943-A21E9660E369}"/>
          </ac:picMkLst>
        </pc:picChg>
        <pc:picChg chg="add mod">
          <ac:chgData name="Yunlong JIA" userId="4daa8bfd-e6d6-4f44-b315-8c5b7a700152" providerId="ADAL" clId="{4936D9A3-86A3-CA49-BDDA-38547A559F49}" dt="2023-01-15T23:25:38.858" v="9" actId="1076"/>
          <ac:picMkLst>
            <pc:docMk/>
            <pc:sldMk cId="2165061637" sldId="259"/>
            <ac:picMk id="1026" creationId="{69AF4EA6-B0EF-8113-2F09-EB61A78F2441}"/>
          </ac:picMkLst>
        </pc:picChg>
      </pc:sldChg>
      <pc:sldChg chg="del">
        <pc:chgData name="Yunlong JIA" userId="4daa8bfd-e6d6-4f44-b315-8c5b7a700152" providerId="ADAL" clId="{4936D9A3-86A3-CA49-BDDA-38547A559F49}" dt="2023-01-16T05:25:55.276" v="14" actId="2696"/>
        <pc:sldMkLst>
          <pc:docMk/>
          <pc:sldMk cId="887008388" sldId="260"/>
        </pc:sldMkLst>
      </pc:sldChg>
    </pc:docChg>
  </pc:docChgLst>
  <pc:docChgLst>
    <pc:chgData name="Yunlong Jia" userId="6b7af21b-5f2a-4116-95e0-5cdc728d2113" providerId="ADAL" clId="{03BDF68F-3084-544B-A68E-DE36E02F6497}"/>
    <pc:docChg chg="custSel modSld">
      <pc:chgData name="Yunlong Jia" userId="6b7af21b-5f2a-4116-95e0-5cdc728d2113" providerId="ADAL" clId="{03BDF68F-3084-544B-A68E-DE36E02F6497}" dt="2024-06-21T23:17:32.140" v="274" actId="1076"/>
      <pc:docMkLst>
        <pc:docMk/>
      </pc:docMkLst>
      <pc:sldChg chg="modNotesTx">
        <pc:chgData name="Yunlong Jia" userId="6b7af21b-5f2a-4116-95e0-5cdc728d2113" providerId="ADAL" clId="{03BDF68F-3084-544B-A68E-DE36E02F6497}" dt="2024-06-21T23:08:41.293" v="0" actId="20577"/>
        <pc:sldMkLst>
          <pc:docMk/>
          <pc:sldMk cId="1773412376" sldId="260"/>
        </pc:sldMkLst>
      </pc:sldChg>
      <pc:sldChg chg="addSp delSp modSp mod modNotesTx">
        <pc:chgData name="Yunlong Jia" userId="6b7af21b-5f2a-4116-95e0-5cdc728d2113" providerId="ADAL" clId="{03BDF68F-3084-544B-A68E-DE36E02F6497}" dt="2024-06-21T23:17:32.140" v="274" actId="1076"/>
        <pc:sldMkLst>
          <pc:docMk/>
          <pc:sldMk cId="28835499" sldId="267"/>
        </pc:sldMkLst>
        <pc:spChg chg="add mod">
          <ac:chgData name="Yunlong Jia" userId="6b7af21b-5f2a-4116-95e0-5cdc728d2113" providerId="ADAL" clId="{03BDF68F-3084-544B-A68E-DE36E02F6497}" dt="2024-06-21T23:11:29.651" v="19" actId="404"/>
          <ac:spMkLst>
            <pc:docMk/>
            <pc:sldMk cId="28835499" sldId="267"/>
            <ac:spMk id="6" creationId="{3F7369C3-D26C-AA5E-FE12-0BF688F25133}"/>
          </ac:spMkLst>
        </pc:spChg>
        <pc:spChg chg="add mod">
          <ac:chgData name="Yunlong Jia" userId="6b7af21b-5f2a-4116-95e0-5cdc728d2113" providerId="ADAL" clId="{03BDF68F-3084-544B-A68E-DE36E02F6497}" dt="2024-06-21T23:11:44.540" v="36" actId="20577"/>
          <ac:spMkLst>
            <pc:docMk/>
            <pc:sldMk cId="28835499" sldId="267"/>
            <ac:spMk id="10" creationId="{B57F2FB3-0164-E62B-C972-21BF0D56BB89}"/>
          </ac:spMkLst>
        </pc:spChg>
        <pc:spChg chg="add mod">
          <ac:chgData name="Yunlong Jia" userId="6b7af21b-5f2a-4116-95e0-5cdc728d2113" providerId="ADAL" clId="{03BDF68F-3084-544B-A68E-DE36E02F6497}" dt="2024-06-21T23:12:00.515" v="49" actId="20577"/>
          <ac:spMkLst>
            <pc:docMk/>
            <pc:sldMk cId="28835499" sldId="267"/>
            <ac:spMk id="12" creationId="{5E6C362F-C407-6C3B-9808-23835BA7C279}"/>
          </ac:spMkLst>
        </pc:spChg>
        <pc:spChg chg="mod">
          <ac:chgData name="Yunlong Jia" userId="6b7af21b-5f2a-4116-95e0-5cdc728d2113" providerId="ADAL" clId="{03BDF68F-3084-544B-A68E-DE36E02F6497}" dt="2024-06-21T23:17:32.140" v="274" actId="1076"/>
          <ac:spMkLst>
            <pc:docMk/>
            <pc:sldMk cId="28835499" sldId="267"/>
            <ac:spMk id="19" creationId="{46BC9D04-0985-F191-F139-FFF3B0B6FB2B}"/>
          </ac:spMkLst>
        </pc:spChg>
        <pc:spChg chg="add mod">
          <ac:chgData name="Yunlong Jia" userId="6b7af21b-5f2a-4116-95e0-5cdc728d2113" providerId="ADAL" clId="{03BDF68F-3084-544B-A68E-DE36E02F6497}" dt="2024-06-21T23:16:53.527" v="253" actId="2085"/>
          <ac:spMkLst>
            <pc:docMk/>
            <pc:sldMk cId="28835499" sldId="267"/>
            <ac:spMk id="24" creationId="{7AE597F7-7B0D-D1A3-5A22-6DFC21065878}"/>
          </ac:spMkLst>
        </pc:spChg>
        <pc:spChg chg="add del mod">
          <ac:chgData name="Yunlong Jia" userId="6b7af21b-5f2a-4116-95e0-5cdc728d2113" providerId="ADAL" clId="{03BDF68F-3084-544B-A68E-DE36E02F6497}" dt="2024-06-21T23:15:18.857" v="147" actId="478"/>
          <ac:spMkLst>
            <pc:docMk/>
            <pc:sldMk cId="28835499" sldId="267"/>
            <ac:spMk id="25" creationId="{75555AF4-87D4-2AB0-B6C5-7261D188DCA0}"/>
          </ac:spMkLst>
        </pc:spChg>
        <pc:spChg chg="add del mod">
          <ac:chgData name="Yunlong Jia" userId="6b7af21b-5f2a-4116-95e0-5cdc728d2113" providerId="ADAL" clId="{03BDF68F-3084-544B-A68E-DE36E02F6497}" dt="2024-06-21T23:17:29.119" v="273" actId="478"/>
          <ac:spMkLst>
            <pc:docMk/>
            <pc:sldMk cId="28835499" sldId="267"/>
            <ac:spMk id="26" creationId="{3CD3CAB7-482D-D50D-0987-2F0F57F9C541}"/>
          </ac:spMkLst>
        </pc:spChg>
      </pc:sldChg>
    </pc:docChg>
  </pc:docChgLst>
  <pc:docChgLst>
    <pc:chgData name="Yunlong Jia" userId="6b7af21b-5f2a-4116-95e0-5cdc728d2113" providerId="ADAL" clId="{F6D266A0-460F-C94E-943D-080C7FF96803}"/>
    <pc:docChg chg="custSel addSld modSld modSection">
      <pc:chgData name="Yunlong Jia" userId="6b7af21b-5f2a-4116-95e0-5cdc728d2113" providerId="ADAL" clId="{F6D266A0-460F-C94E-943D-080C7FF96803}" dt="2024-08-21T04:04:48.649" v="232" actId="14100"/>
      <pc:docMkLst>
        <pc:docMk/>
      </pc:docMkLst>
      <pc:sldChg chg="addSp delSp modSp mod modNotesTx">
        <pc:chgData name="Yunlong Jia" userId="6b7af21b-5f2a-4116-95e0-5cdc728d2113" providerId="ADAL" clId="{F6D266A0-460F-C94E-943D-080C7FF96803}" dt="2024-08-19T17:42:28.130" v="178" actId="115"/>
        <pc:sldMkLst>
          <pc:docMk/>
          <pc:sldMk cId="1062909409" sldId="442"/>
        </pc:sldMkLst>
        <pc:spChg chg="add del">
          <ac:chgData name="Yunlong Jia" userId="6b7af21b-5f2a-4116-95e0-5cdc728d2113" providerId="ADAL" clId="{F6D266A0-460F-C94E-943D-080C7FF96803}" dt="2024-08-19T14:50:47.543" v="1"/>
          <ac:spMkLst>
            <pc:docMk/>
            <pc:sldMk cId="1062909409" sldId="442"/>
            <ac:spMk id="2" creationId="{C01FC1C4-03D5-4311-AD3D-37C34FCBE254}"/>
          </ac:spMkLst>
        </pc:spChg>
        <pc:spChg chg="add del">
          <ac:chgData name="Yunlong Jia" userId="6b7af21b-5f2a-4116-95e0-5cdc728d2113" providerId="ADAL" clId="{F6D266A0-460F-C94E-943D-080C7FF96803}" dt="2024-08-19T14:50:49.396" v="3"/>
          <ac:spMkLst>
            <pc:docMk/>
            <pc:sldMk cId="1062909409" sldId="442"/>
            <ac:spMk id="4" creationId="{78C93B1C-8FA5-BE80-C557-C9B1FDEBF250}"/>
          </ac:spMkLst>
        </pc:spChg>
        <pc:spChg chg="add mod">
          <ac:chgData name="Yunlong Jia" userId="6b7af21b-5f2a-4116-95e0-5cdc728d2113" providerId="ADAL" clId="{F6D266A0-460F-C94E-943D-080C7FF96803}" dt="2024-08-19T17:42:13.833" v="174" actId="1076"/>
          <ac:spMkLst>
            <pc:docMk/>
            <pc:sldMk cId="1062909409" sldId="442"/>
            <ac:spMk id="6" creationId="{F87C6EE1-BA77-A2D7-BE71-C33B864FE7E2}"/>
          </ac:spMkLst>
        </pc:spChg>
        <pc:spChg chg="add mod">
          <ac:chgData name="Yunlong Jia" userId="6b7af21b-5f2a-4116-95e0-5cdc728d2113" providerId="ADAL" clId="{F6D266A0-460F-C94E-943D-080C7FF96803}" dt="2024-08-19T17:42:28.130" v="178" actId="115"/>
          <ac:spMkLst>
            <pc:docMk/>
            <pc:sldMk cId="1062909409" sldId="442"/>
            <ac:spMk id="10" creationId="{D15EF3A3-A33F-05E4-4401-7C5F74A1C828}"/>
          </ac:spMkLst>
        </pc:spChg>
        <pc:picChg chg="mod">
          <ac:chgData name="Yunlong Jia" userId="6b7af21b-5f2a-4116-95e0-5cdc728d2113" providerId="ADAL" clId="{F6D266A0-460F-C94E-943D-080C7FF96803}" dt="2024-08-19T17:42:16.348" v="175" actId="1076"/>
          <ac:picMkLst>
            <pc:docMk/>
            <pc:sldMk cId="1062909409" sldId="442"/>
            <ac:picMk id="3" creationId="{44A2E28C-0B01-2E47-5D92-D9EAAF60A320}"/>
          </ac:picMkLst>
        </pc:picChg>
        <pc:picChg chg="add mod">
          <ac:chgData name="Yunlong Jia" userId="6b7af21b-5f2a-4116-95e0-5cdc728d2113" providerId="ADAL" clId="{F6D266A0-460F-C94E-943D-080C7FF96803}" dt="2024-08-19T17:42:19.018" v="176" actId="1076"/>
          <ac:picMkLst>
            <pc:docMk/>
            <pc:sldMk cId="1062909409" sldId="442"/>
            <ac:picMk id="5" creationId="{C6001278-A5F5-A8DE-8C62-C7F7816E4083}"/>
          </ac:picMkLst>
        </pc:picChg>
        <pc:picChg chg="add del mod">
          <ac:chgData name="Yunlong Jia" userId="6b7af21b-5f2a-4116-95e0-5cdc728d2113" providerId="ADAL" clId="{F6D266A0-460F-C94E-943D-080C7FF96803}" dt="2024-08-19T17:39:49.445" v="70" actId="478"/>
          <ac:picMkLst>
            <pc:docMk/>
            <pc:sldMk cId="1062909409" sldId="442"/>
            <ac:picMk id="7" creationId="{D943AB84-50FC-9186-99B9-E5683C272585}"/>
          </ac:picMkLst>
        </pc:picChg>
        <pc:picChg chg="add mod">
          <ac:chgData name="Yunlong Jia" userId="6b7af21b-5f2a-4116-95e0-5cdc728d2113" providerId="ADAL" clId="{F6D266A0-460F-C94E-943D-080C7FF96803}" dt="2024-08-19T17:39:53.668" v="72" actId="1076"/>
          <ac:picMkLst>
            <pc:docMk/>
            <pc:sldMk cId="1062909409" sldId="442"/>
            <ac:picMk id="8" creationId="{1800E01B-5E05-AFED-93D8-F0B0F6786DF8}"/>
          </ac:picMkLst>
        </pc:picChg>
      </pc:sldChg>
      <pc:sldChg chg="addSp delSp modSp new mod">
        <pc:chgData name="Yunlong Jia" userId="6b7af21b-5f2a-4116-95e0-5cdc728d2113" providerId="ADAL" clId="{F6D266A0-460F-C94E-943D-080C7FF96803}" dt="2024-08-19T17:43:00.191" v="219" actId="14100"/>
        <pc:sldMkLst>
          <pc:docMk/>
          <pc:sldMk cId="1061082168" sldId="443"/>
        </pc:sldMkLst>
        <pc:spChg chg="add mod">
          <ac:chgData name="Yunlong Jia" userId="6b7af21b-5f2a-4116-95e0-5cdc728d2113" providerId="ADAL" clId="{F6D266A0-460F-C94E-943D-080C7FF96803}" dt="2024-08-19T16:51:39.145" v="43" actId="208"/>
          <ac:spMkLst>
            <pc:docMk/>
            <pc:sldMk cId="1061082168" sldId="443"/>
            <ac:spMk id="6" creationId="{4741AC40-782D-5353-E62D-2EC0F2F5EBB1}"/>
          </ac:spMkLst>
        </pc:spChg>
        <pc:spChg chg="add mod">
          <ac:chgData name="Yunlong Jia" userId="6b7af21b-5f2a-4116-95e0-5cdc728d2113" providerId="ADAL" clId="{F6D266A0-460F-C94E-943D-080C7FF96803}" dt="2024-08-19T17:43:00.191" v="219" actId="14100"/>
          <ac:spMkLst>
            <pc:docMk/>
            <pc:sldMk cId="1061082168" sldId="443"/>
            <ac:spMk id="7" creationId="{712687CB-1102-9FBD-EE2C-AEB98229C826}"/>
          </ac:spMkLst>
        </pc:spChg>
        <pc:picChg chg="add del mod">
          <ac:chgData name="Yunlong Jia" userId="6b7af21b-5f2a-4116-95e0-5cdc728d2113" providerId="ADAL" clId="{F6D266A0-460F-C94E-943D-080C7FF96803}" dt="2024-08-19T15:27:35.760" v="32" actId="478"/>
          <ac:picMkLst>
            <pc:docMk/>
            <pc:sldMk cId="1061082168" sldId="443"/>
            <ac:picMk id="2" creationId="{0EDCAEF1-6BAE-ADB5-E2C4-3F2EDBDF3CB0}"/>
          </ac:picMkLst>
        </pc:picChg>
        <pc:picChg chg="add del mod modCrop">
          <ac:chgData name="Yunlong Jia" userId="6b7af21b-5f2a-4116-95e0-5cdc728d2113" providerId="ADAL" clId="{F6D266A0-460F-C94E-943D-080C7FF96803}" dt="2024-08-19T15:27:54.253" v="36" actId="478"/>
          <ac:picMkLst>
            <pc:docMk/>
            <pc:sldMk cId="1061082168" sldId="443"/>
            <ac:picMk id="3" creationId="{46919F83-1D54-CFC8-28DE-F3F5F31D598B}"/>
          </ac:picMkLst>
        </pc:picChg>
        <pc:picChg chg="add mod">
          <ac:chgData name="Yunlong Jia" userId="6b7af21b-5f2a-4116-95e0-5cdc728d2113" providerId="ADAL" clId="{F6D266A0-460F-C94E-943D-080C7FF96803}" dt="2024-08-19T16:51:21.076" v="40" actId="1076"/>
          <ac:picMkLst>
            <pc:docMk/>
            <pc:sldMk cId="1061082168" sldId="443"/>
            <ac:picMk id="4" creationId="{970DE76E-89B7-3842-9053-F1D6D441E33C}"/>
          </ac:picMkLst>
        </pc:picChg>
        <pc:picChg chg="add mod">
          <ac:chgData name="Yunlong Jia" userId="6b7af21b-5f2a-4116-95e0-5cdc728d2113" providerId="ADAL" clId="{F6D266A0-460F-C94E-943D-080C7FF96803}" dt="2024-08-19T15:28:03.653" v="38" actId="1076"/>
          <ac:picMkLst>
            <pc:docMk/>
            <pc:sldMk cId="1061082168" sldId="443"/>
            <ac:picMk id="5" creationId="{CA54C158-3D77-D829-6FB9-1227E9EC2CF5}"/>
          </ac:picMkLst>
        </pc:picChg>
      </pc:sldChg>
      <pc:sldChg chg="addSp delSp modSp new mod">
        <pc:chgData name="Yunlong Jia" userId="6b7af21b-5f2a-4116-95e0-5cdc728d2113" providerId="ADAL" clId="{F6D266A0-460F-C94E-943D-080C7FF96803}" dt="2024-08-21T04:04:48.649" v="232" actId="14100"/>
        <pc:sldMkLst>
          <pc:docMk/>
          <pc:sldMk cId="3752015121" sldId="444"/>
        </pc:sldMkLst>
        <pc:picChg chg="add del mod">
          <ac:chgData name="Yunlong Jia" userId="6b7af21b-5f2a-4116-95e0-5cdc728d2113" providerId="ADAL" clId="{F6D266A0-460F-C94E-943D-080C7FF96803}" dt="2024-08-20T21:03:45.771" v="227" actId="478"/>
          <ac:picMkLst>
            <pc:docMk/>
            <pc:sldMk cId="3752015121" sldId="444"/>
            <ac:picMk id="2" creationId="{291DCB3F-3C13-BEC9-FCDF-7F931CE09DB5}"/>
          </ac:picMkLst>
        </pc:picChg>
        <pc:picChg chg="add mod">
          <ac:chgData name="Yunlong Jia" userId="6b7af21b-5f2a-4116-95e0-5cdc728d2113" providerId="ADAL" clId="{F6D266A0-460F-C94E-943D-080C7FF96803}" dt="2024-08-21T04:04:48.649" v="232" actId="14100"/>
          <ac:picMkLst>
            <pc:docMk/>
            <pc:sldMk cId="3752015121" sldId="444"/>
            <ac:picMk id="3" creationId="{5666254D-F38B-C5AD-4861-B1B634EFA6BF}"/>
          </ac:picMkLst>
        </pc:picChg>
        <pc:picChg chg="add del mod">
          <ac:chgData name="Yunlong Jia" userId="6b7af21b-5f2a-4116-95e0-5cdc728d2113" providerId="ADAL" clId="{F6D266A0-460F-C94E-943D-080C7FF96803}" dt="2024-08-19T17:38:47.619" v="68" actId="478"/>
          <ac:picMkLst>
            <pc:docMk/>
            <pc:sldMk cId="3752015121" sldId="444"/>
            <ac:picMk id="3" creationId="{74825695-CA67-9E56-F724-601E7DBB160F}"/>
          </ac:picMkLst>
        </pc:picChg>
        <pc:picChg chg="add del mod">
          <ac:chgData name="Yunlong Jia" userId="6b7af21b-5f2a-4116-95e0-5cdc728d2113" providerId="ADAL" clId="{F6D266A0-460F-C94E-943D-080C7FF96803}" dt="2024-08-19T17:38:48.640" v="69" actId="478"/>
          <ac:picMkLst>
            <pc:docMk/>
            <pc:sldMk cId="3752015121" sldId="444"/>
            <ac:picMk id="4" creationId="{D943AB84-50FC-9186-99B9-E5683C272585}"/>
          </ac:picMkLst>
        </pc:picChg>
      </pc:sldChg>
    </pc:docChg>
  </pc:docChgLst>
  <pc:docChgLst>
    <pc:chgData name="Yunlong Jia" userId="6b7af21b-5f2a-4116-95e0-5cdc728d2113" providerId="ADAL" clId="{8D80A5D4-9C02-D34C-8A30-593E93598C49}"/>
    <pc:docChg chg="undo custSel addSld modSld modSection">
      <pc:chgData name="Yunlong Jia" userId="6b7af21b-5f2a-4116-95e0-5cdc728d2113" providerId="ADAL" clId="{8D80A5D4-9C02-D34C-8A30-593E93598C49}" dt="2024-08-16T21:14:00.380" v="406" actId="1440"/>
      <pc:docMkLst>
        <pc:docMk/>
      </pc:docMkLst>
      <pc:sldChg chg="addSp delSp modSp mod">
        <pc:chgData name="Yunlong Jia" userId="6b7af21b-5f2a-4116-95e0-5cdc728d2113" providerId="ADAL" clId="{8D80A5D4-9C02-D34C-8A30-593E93598C49}" dt="2024-08-15T23:32:11.487" v="96" actId="208"/>
        <pc:sldMkLst>
          <pc:docMk/>
          <pc:sldMk cId="2079868611" sldId="439"/>
        </pc:sldMkLst>
        <pc:spChg chg="mod">
          <ac:chgData name="Yunlong Jia" userId="6b7af21b-5f2a-4116-95e0-5cdc728d2113" providerId="ADAL" clId="{8D80A5D4-9C02-D34C-8A30-593E93598C49}" dt="2024-08-15T23:22:04.209" v="85" actId="1076"/>
          <ac:spMkLst>
            <pc:docMk/>
            <pc:sldMk cId="2079868611" sldId="439"/>
            <ac:spMk id="25" creationId="{982B781D-B059-BC04-AC45-0CADFEBF22AA}"/>
          </ac:spMkLst>
        </pc:spChg>
        <pc:spChg chg="add mod">
          <ac:chgData name="Yunlong Jia" userId="6b7af21b-5f2a-4116-95e0-5cdc728d2113" providerId="ADAL" clId="{8D80A5D4-9C02-D34C-8A30-593E93598C49}" dt="2024-08-15T23:22:04.209" v="85" actId="1076"/>
          <ac:spMkLst>
            <pc:docMk/>
            <pc:sldMk cId="2079868611" sldId="439"/>
            <ac:spMk id="26" creationId="{196BBCF9-8167-53CC-67C5-5A67796A10AA}"/>
          </ac:spMkLst>
        </pc:spChg>
        <pc:spChg chg="add del mod">
          <ac:chgData name="Yunlong Jia" userId="6b7af21b-5f2a-4116-95e0-5cdc728d2113" providerId="ADAL" clId="{8D80A5D4-9C02-D34C-8A30-593E93598C49}" dt="2024-08-15T22:31:25.716" v="23"/>
          <ac:spMkLst>
            <pc:docMk/>
            <pc:sldMk cId="2079868611" sldId="439"/>
            <ac:spMk id="28" creationId="{FC59410B-0D5E-CEC1-F358-B3778B3B5274}"/>
          </ac:spMkLst>
        </pc:spChg>
        <pc:spChg chg="mod">
          <ac:chgData name="Yunlong Jia" userId="6b7af21b-5f2a-4116-95e0-5cdc728d2113" providerId="ADAL" clId="{8D80A5D4-9C02-D34C-8A30-593E93598C49}" dt="2024-08-15T23:22:04.209" v="85" actId="1076"/>
          <ac:spMkLst>
            <pc:docMk/>
            <pc:sldMk cId="2079868611" sldId="439"/>
            <ac:spMk id="29" creationId="{B6A332D9-6E3F-76F3-C976-C15DDF9CF581}"/>
          </ac:spMkLst>
        </pc:spChg>
        <pc:spChg chg="add del mod">
          <ac:chgData name="Yunlong Jia" userId="6b7af21b-5f2a-4116-95e0-5cdc728d2113" providerId="ADAL" clId="{8D80A5D4-9C02-D34C-8A30-593E93598C49}" dt="2024-08-15T23:21:20.461" v="63"/>
          <ac:spMkLst>
            <pc:docMk/>
            <pc:sldMk cId="2079868611" sldId="439"/>
            <ac:spMk id="38" creationId="{FA2590FB-F1A4-8A43-EA3D-53DB1C06229E}"/>
          </ac:spMkLst>
        </pc:spChg>
        <pc:spChg chg="add mod">
          <ac:chgData name="Yunlong Jia" userId="6b7af21b-5f2a-4116-95e0-5cdc728d2113" providerId="ADAL" clId="{8D80A5D4-9C02-D34C-8A30-593E93598C49}" dt="2024-08-15T23:31:58.267" v="93" actId="208"/>
          <ac:spMkLst>
            <pc:docMk/>
            <pc:sldMk cId="2079868611" sldId="439"/>
            <ac:spMk id="40" creationId="{473844C1-5C66-D349-7166-DFF753480088}"/>
          </ac:spMkLst>
        </pc:spChg>
        <pc:spChg chg="add mod">
          <ac:chgData name="Yunlong Jia" userId="6b7af21b-5f2a-4116-95e0-5cdc728d2113" providerId="ADAL" clId="{8D80A5D4-9C02-D34C-8A30-593E93598C49}" dt="2024-08-15T23:32:11.487" v="96" actId="208"/>
          <ac:spMkLst>
            <pc:docMk/>
            <pc:sldMk cId="2079868611" sldId="439"/>
            <ac:spMk id="41" creationId="{58B0BE9C-ACDF-6E8A-BC3B-BEF7E7EF1100}"/>
          </ac:spMkLst>
        </pc:spChg>
        <pc:grpChg chg="mod">
          <ac:chgData name="Yunlong Jia" userId="6b7af21b-5f2a-4116-95e0-5cdc728d2113" providerId="ADAL" clId="{8D80A5D4-9C02-D34C-8A30-593E93598C49}" dt="2024-08-15T23:21:58.546" v="84" actId="1037"/>
          <ac:grpSpMkLst>
            <pc:docMk/>
            <pc:sldMk cId="2079868611" sldId="439"/>
            <ac:grpSpMk id="2" creationId="{888F3DDF-B60A-A185-39F7-05894E8768CC}"/>
          </ac:grpSpMkLst>
        </pc:grpChg>
        <pc:picChg chg="add mod">
          <ac:chgData name="Yunlong Jia" userId="6b7af21b-5f2a-4116-95e0-5cdc728d2113" providerId="ADAL" clId="{8D80A5D4-9C02-D34C-8A30-593E93598C49}" dt="2024-08-15T23:23:14.288" v="90" actId="167"/>
          <ac:picMkLst>
            <pc:docMk/>
            <pc:sldMk cId="2079868611" sldId="439"/>
            <ac:picMk id="39" creationId="{7C40A2FE-D031-5832-F073-2B9F2EA727A0}"/>
          </ac:picMkLst>
        </pc:picChg>
        <pc:cxnChg chg="add mod">
          <ac:chgData name="Yunlong Jia" userId="6b7af21b-5f2a-4116-95e0-5cdc728d2113" providerId="ADAL" clId="{8D80A5D4-9C02-D34C-8A30-593E93598C49}" dt="2024-08-15T23:22:04.209" v="85" actId="1076"/>
          <ac:cxnSpMkLst>
            <pc:docMk/>
            <pc:sldMk cId="2079868611" sldId="439"/>
            <ac:cxnSpMk id="30" creationId="{A3029843-62C4-E56A-B91F-9828237625EB}"/>
          </ac:cxnSpMkLst>
        </pc:cxnChg>
        <pc:cxnChg chg="mod">
          <ac:chgData name="Yunlong Jia" userId="6b7af21b-5f2a-4116-95e0-5cdc728d2113" providerId="ADAL" clId="{8D80A5D4-9C02-D34C-8A30-593E93598C49}" dt="2024-08-15T23:22:04.209" v="85" actId="1076"/>
          <ac:cxnSpMkLst>
            <pc:docMk/>
            <pc:sldMk cId="2079868611" sldId="439"/>
            <ac:cxnSpMk id="31" creationId="{BD5D04B7-7F04-CD80-132F-794BD9A4E996}"/>
          </ac:cxnSpMkLst>
        </pc:cxnChg>
        <pc:cxnChg chg="mod">
          <ac:chgData name="Yunlong Jia" userId="6b7af21b-5f2a-4116-95e0-5cdc728d2113" providerId="ADAL" clId="{8D80A5D4-9C02-D34C-8A30-593E93598C49}" dt="2024-08-15T23:22:04.209" v="85" actId="1076"/>
          <ac:cxnSpMkLst>
            <pc:docMk/>
            <pc:sldMk cId="2079868611" sldId="439"/>
            <ac:cxnSpMk id="32" creationId="{428DE1DE-7186-04D3-BA13-43CDF4D863A3}"/>
          </ac:cxnSpMkLst>
        </pc:cxnChg>
        <pc:cxnChg chg="add mod">
          <ac:chgData name="Yunlong Jia" userId="6b7af21b-5f2a-4116-95e0-5cdc728d2113" providerId="ADAL" clId="{8D80A5D4-9C02-D34C-8A30-593E93598C49}" dt="2024-08-15T23:22:04.209" v="85" actId="1076"/>
          <ac:cxnSpMkLst>
            <pc:docMk/>
            <pc:sldMk cId="2079868611" sldId="439"/>
            <ac:cxnSpMk id="35" creationId="{611AC70F-DA02-D3C4-7EF5-67C5121DBD0E}"/>
          </ac:cxnSpMkLst>
        </pc:cxnChg>
      </pc:sldChg>
      <pc:sldChg chg="addSp delSp modSp new mod modNotesTx">
        <pc:chgData name="Yunlong Jia" userId="6b7af21b-5f2a-4116-95e0-5cdc728d2113" providerId="ADAL" clId="{8D80A5D4-9C02-D34C-8A30-593E93598C49}" dt="2024-08-16T21:13:51.347" v="404" actId="1076"/>
        <pc:sldMkLst>
          <pc:docMk/>
          <pc:sldMk cId="3245404595" sldId="440"/>
        </pc:sldMkLst>
        <pc:spChg chg="add mod">
          <ac:chgData name="Yunlong Jia" userId="6b7af21b-5f2a-4116-95e0-5cdc728d2113" providerId="ADAL" clId="{8D80A5D4-9C02-D34C-8A30-593E93598C49}" dt="2024-08-16T00:45:39.706" v="118" actId="14100"/>
          <ac:spMkLst>
            <pc:docMk/>
            <pc:sldMk cId="3245404595" sldId="440"/>
            <ac:spMk id="3" creationId="{2A2BF49D-C029-2BD2-2036-DBAE070425AB}"/>
          </ac:spMkLst>
        </pc:spChg>
        <pc:spChg chg="add mod">
          <ac:chgData name="Yunlong Jia" userId="6b7af21b-5f2a-4116-95e0-5cdc728d2113" providerId="ADAL" clId="{8D80A5D4-9C02-D34C-8A30-593E93598C49}" dt="2024-08-16T17:00:57.125" v="171" actId="1036"/>
          <ac:spMkLst>
            <pc:docMk/>
            <pc:sldMk cId="3245404595" sldId="440"/>
            <ac:spMk id="10" creationId="{C9058E45-CEC8-E5AE-7AB4-D810A570BE6D}"/>
          </ac:spMkLst>
        </pc:spChg>
        <pc:spChg chg="add mod">
          <ac:chgData name="Yunlong Jia" userId="6b7af21b-5f2a-4116-95e0-5cdc728d2113" providerId="ADAL" clId="{8D80A5D4-9C02-D34C-8A30-593E93598C49}" dt="2024-08-16T21:13:51.347" v="404" actId="1076"/>
          <ac:spMkLst>
            <pc:docMk/>
            <pc:sldMk cId="3245404595" sldId="440"/>
            <ac:spMk id="12" creationId="{DA220BD9-2BB6-B405-17FD-87042C2F0784}"/>
          </ac:spMkLst>
        </pc:spChg>
        <pc:picChg chg="add mod">
          <ac:chgData name="Yunlong Jia" userId="6b7af21b-5f2a-4116-95e0-5cdc728d2113" providerId="ADAL" clId="{8D80A5D4-9C02-D34C-8A30-593E93598C49}" dt="2024-08-16T00:58:53.868" v="126" actId="1440"/>
          <ac:picMkLst>
            <pc:docMk/>
            <pc:sldMk cId="3245404595" sldId="440"/>
            <ac:picMk id="2" creationId="{3A3FA2AC-87A6-52E0-935A-FB4AC1B4F166}"/>
          </ac:picMkLst>
        </pc:picChg>
        <pc:picChg chg="add mod">
          <ac:chgData name="Yunlong Jia" userId="6b7af21b-5f2a-4116-95e0-5cdc728d2113" providerId="ADAL" clId="{8D80A5D4-9C02-D34C-8A30-593E93598C49}" dt="2024-08-16T16:46:23.557" v="133" actId="1076"/>
          <ac:picMkLst>
            <pc:docMk/>
            <pc:sldMk cId="3245404595" sldId="440"/>
            <ac:picMk id="2" creationId="{56C0E938-2A0B-E9C2-9A70-D9CECC804274}"/>
          </ac:picMkLst>
        </pc:picChg>
        <pc:picChg chg="add mod">
          <ac:chgData name="Yunlong Jia" userId="6b7af21b-5f2a-4116-95e0-5cdc728d2113" providerId="ADAL" clId="{8D80A5D4-9C02-D34C-8A30-593E93598C49}" dt="2024-08-16T00:58:57.183" v="127" actId="1440"/>
          <ac:picMkLst>
            <pc:docMk/>
            <pc:sldMk cId="3245404595" sldId="440"/>
            <ac:picMk id="4" creationId="{5123219E-F898-45EA-0F95-BD9944C15A10}"/>
          </ac:picMkLst>
        </pc:picChg>
        <pc:picChg chg="add mod">
          <ac:chgData name="Yunlong Jia" userId="6b7af21b-5f2a-4116-95e0-5cdc728d2113" providerId="ADAL" clId="{8D80A5D4-9C02-D34C-8A30-593E93598C49}" dt="2024-08-16T16:47:16.489" v="139" actId="1440"/>
          <ac:picMkLst>
            <pc:docMk/>
            <pc:sldMk cId="3245404595" sldId="440"/>
            <ac:picMk id="4" creationId="{F84EE668-CF6C-B69A-665C-BE7C30805366}"/>
          </ac:picMkLst>
        </pc:picChg>
        <pc:picChg chg="del">
          <ac:chgData name="Yunlong Jia" userId="6b7af21b-5f2a-4116-95e0-5cdc728d2113" providerId="ADAL" clId="{8D80A5D4-9C02-D34C-8A30-593E93598C49}" dt="2024-08-16T16:46:17.196" v="129" actId="478"/>
          <ac:picMkLst>
            <pc:docMk/>
            <pc:sldMk cId="3245404595" sldId="440"/>
            <ac:picMk id="9" creationId="{03AB786F-73DE-8826-FA9C-D8701EC55ADA}"/>
          </ac:picMkLst>
        </pc:picChg>
        <pc:picChg chg="del">
          <ac:chgData name="Yunlong Jia" userId="6b7af21b-5f2a-4116-95e0-5cdc728d2113" providerId="ADAL" clId="{8D80A5D4-9C02-D34C-8A30-593E93598C49}" dt="2024-08-16T16:47:07.444" v="134" actId="478"/>
          <ac:picMkLst>
            <pc:docMk/>
            <pc:sldMk cId="3245404595" sldId="440"/>
            <ac:picMk id="11" creationId="{70154330-91E9-5347-FFE8-799667A3451C}"/>
          </ac:picMkLst>
        </pc:picChg>
        <pc:cxnChg chg="add mod">
          <ac:chgData name="Yunlong Jia" userId="6b7af21b-5f2a-4116-95e0-5cdc728d2113" providerId="ADAL" clId="{8D80A5D4-9C02-D34C-8A30-593E93598C49}" dt="2024-08-16T17:00:25.097" v="153" actId="1582"/>
          <ac:cxnSpMkLst>
            <pc:docMk/>
            <pc:sldMk cId="3245404595" sldId="440"/>
            <ac:cxnSpMk id="6" creationId="{6CFF7C7C-B8DC-1BDE-85B3-8D1844AC810A}"/>
          </ac:cxnSpMkLst>
        </pc:cxnChg>
      </pc:sldChg>
      <pc:sldChg chg="addSp modSp new mod modNotesTx">
        <pc:chgData name="Yunlong Jia" userId="6b7af21b-5f2a-4116-95e0-5cdc728d2113" providerId="ADAL" clId="{8D80A5D4-9C02-D34C-8A30-593E93598C49}" dt="2024-08-16T21:14:00.380" v="406" actId="1440"/>
        <pc:sldMkLst>
          <pc:docMk/>
          <pc:sldMk cId="1388175696" sldId="441"/>
        </pc:sldMkLst>
        <pc:spChg chg="add mod">
          <ac:chgData name="Yunlong Jia" userId="6b7af21b-5f2a-4116-95e0-5cdc728d2113" providerId="ADAL" clId="{8D80A5D4-9C02-D34C-8A30-593E93598C49}" dt="2024-08-16T21:02:15.081" v="321" actId="1076"/>
          <ac:spMkLst>
            <pc:docMk/>
            <pc:sldMk cId="1388175696" sldId="441"/>
            <ac:spMk id="10" creationId="{A0F91791-6BAE-CD2B-E9A2-3E3B948C5494}"/>
          </ac:spMkLst>
        </pc:spChg>
        <pc:spChg chg="add mod">
          <ac:chgData name="Yunlong Jia" userId="6b7af21b-5f2a-4116-95e0-5cdc728d2113" providerId="ADAL" clId="{8D80A5D4-9C02-D34C-8A30-593E93598C49}" dt="2024-08-16T21:04:07.116" v="381" actId="207"/>
          <ac:spMkLst>
            <pc:docMk/>
            <pc:sldMk cId="1388175696" sldId="441"/>
            <ac:spMk id="12" creationId="{E80850DF-E404-751A-8F2A-745F1DCC3A1F}"/>
          </ac:spMkLst>
        </pc:spChg>
        <pc:picChg chg="add mod">
          <ac:chgData name="Yunlong Jia" userId="6b7af21b-5f2a-4116-95e0-5cdc728d2113" providerId="ADAL" clId="{8D80A5D4-9C02-D34C-8A30-593E93598C49}" dt="2024-08-16T21:14:00.380" v="406" actId="1440"/>
          <ac:picMkLst>
            <pc:docMk/>
            <pc:sldMk cId="1388175696" sldId="441"/>
            <ac:picMk id="2" creationId="{D2B3E370-28A9-4696-95F3-0C752841DB68}"/>
          </ac:picMkLst>
        </pc:picChg>
        <pc:picChg chg="add mod">
          <ac:chgData name="Yunlong Jia" userId="6b7af21b-5f2a-4116-95e0-5cdc728d2113" providerId="ADAL" clId="{8D80A5D4-9C02-D34C-8A30-593E93598C49}" dt="2024-08-16T17:08:06.108" v="179" actId="1076"/>
          <ac:picMkLst>
            <pc:docMk/>
            <pc:sldMk cId="1388175696" sldId="441"/>
            <ac:picMk id="4" creationId="{A2392CD7-C3F8-41B2-A2DD-3CDEF82C8ED0}"/>
          </ac:picMkLst>
        </pc:picChg>
        <pc:picChg chg="add mod">
          <ac:chgData name="Yunlong Jia" userId="6b7af21b-5f2a-4116-95e0-5cdc728d2113" providerId="ADAL" clId="{8D80A5D4-9C02-D34C-8A30-593E93598C49}" dt="2024-08-16T21:02:09.982" v="319" actId="1076"/>
          <ac:picMkLst>
            <pc:docMk/>
            <pc:sldMk cId="1388175696" sldId="441"/>
            <ac:picMk id="8" creationId="{EBB46A62-3AA8-B057-52EB-A907686AFF6C}"/>
          </ac:picMkLst>
        </pc:picChg>
        <pc:cxnChg chg="add mod">
          <ac:chgData name="Yunlong Jia" userId="6b7af21b-5f2a-4116-95e0-5cdc728d2113" providerId="ADAL" clId="{8D80A5D4-9C02-D34C-8A30-593E93598C49}" dt="2024-08-16T17:08:36.276" v="184" actId="14100"/>
          <ac:cxnSpMkLst>
            <pc:docMk/>
            <pc:sldMk cId="1388175696" sldId="441"/>
            <ac:cxnSpMk id="6" creationId="{70FE0CF8-5EF2-9920-859A-559370A19371}"/>
          </ac:cxnSpMkLst>
        </pc:cxnChg>
      </pc:sldChg>
    </pc:docChg>
  </pc:docChgLst>
  <pc:docChgLst>
    <pc:chgData name="Yunlong Jia" userId="6b7af21b-5f2a-4116-95e0-5cdc728d2113" providerId="ADAL" clId="{7AAE88DD-EA5E-0B49-9F00-4167057A708A}"/>
    <pc:docChg chg="undo custSel addSld delSld modSld sldOrd addSection modSection">
      <pc:chgData name="Yunlong Jia" userId="6b7af21b-5f2a-4116-95e0-5cdc728d2113" providerId="ADAL" clId="{7AAE88DD-EA5E-0B49-9F00-4167057A708A}" dt="2024-08-07T13:32:04.119" v="2123" actId="207"/>
      <pc:docMkLst>
        <pc:docMk/>
      </pc:docMkLst>
      <pc:sldChg chg="addSp delSp modSp mod">
        <pc:chgData name="Yunlong Jia" userId="6b7af21b-5f2a-4116-95e0-5cdc728d2113" providerId="ADAL" clId="{7AAE88DD-EA5E-0B49-9F00-4167057A708A}" dt="2024-08-07T11:05:20.164" v="1823" actId="1076"/>
        <pc:sldMkLst>
          <pc:docMk/>
          <pc:sldMk cId="309219446" sldId="386"/>
        </pc:sldMkLst>
        <pc:spChg chg="mod">
          <ac:chgData name="Yunlong Jia" userId="6b7af21b-5f2a-4116-95e0-5cdc728d2113" providerId="ADAL" clId="{7AAE88DD-EA5E-0B49-9F00-4167057A708A}" dt="2024-08-07T11:05:11.540" v="1820" actId="164"/>
          <ac:spMkLst>
            <pc:docMk/>
            <pc:sldMk cId="309219446" sldId="386"/>
            <ac:spMk id="7" creationId="{52E54A14-4ADD-6075-6D5C-2BDF5A83F2F9}"/>
          </ac:spMkLst>
        </pc:spChg>
        <pc:spChg chg="del">
          <ac:chgData name="Yunlong Jia" userId="6b7af21b-5f2a-4116-95e0-5cdc728d2113" providerId="ADAL" clId="{7AAE88DD-EA5E-0B49-9F00-4167057A708A}" dt="2024-08-07T11:05:06.387" v="1819" actId="478"/>
          <ac:spMkLst>
            <pc:docMk/>
            <pc:sldMk cId="309219446" sldId="386"/>
            <ac:spMk id="8" creationId="{C23D0D51-64AD-13AA-B7E0-36E2AD9DE9ED}"/>
          </ac:spMkLst>
        </pc:spChg>
        <pc:spChg chg="add mod">
          <ac:chgData name="Yunlong Jia" userId="6b7af21b-5f2a-4116-95e0-5cdc728d2113" providerId="ADAL" clId="{7AAE88DD-EA5E-0B49-9F00-4167057A708A}" dt="2024-08-07T11:05:11.540" v="1820" actId="164"/>
          <ac:spMkLst>
            <pc:docMk/>
            <pc:sldMk cId="309219446" sldId="386"/>
            <ac:spMk id="9" creationId="{7762EC36-4238-2548-3725-C0A34AEC1205}"/>
          </ac:spMkLst>
        </pc:spChg>
        <pc:spChg chg="del">
          <ac:chgData name="Yunlong Jia" userId="6b7af21b-5f2a-4116-95e0-5cdc728d2113" providerId="ADAL" clId="{7AAE88DD-EA5E-0B49-9F00-4167057A708A}" dt="2024-08-07T11:04:33.894" v="1797" actId="478"/>
          <ac:spMkLst>
            <pc:docMk/>
            <pc:sldMk cId="309219446" sldId="386"/>
            <ac:spMk id="10" creationId="{99AD250C-15ED-EC09-E3CE-78D56770203E}"/>
          </ac:spMkLst>
        </pc:spChg>
        <pc:spChg chg="del">
          <ac:chgData name="Yunlong Jia" userId="6b7af21b-5f2a-4116-95e0-5cdc728d2113" providerId="ADAL" clId="{7AAE88DD-EA5E-0B49-9F00-4167057A708A}" dt="2024-08-07T11:04:33.894" v="1797" actId="478"/>
          <ac:spMkLst>
            <pc:docMk/>
            <pc:sldMk cId="309219446" sldId="386"/>
            <ac:spMk id="12" creationId="{440F82E2-1378-2FF9-EE5B-08EF4107067A}"/>
          </ac:spMkLst>
        </pc:spChg>
        <pc:grpChg chg="add mod">
          <ac:chgData name="Yunlong Jia" userId="6b7af21b-5f2a-4116-95e0-5cdc728d2113" providerId="ADAL" clId="{7AAE88DD-EA5E-0B49-9F00-4167057A708A}" dt="2024-08-07T11:05:17.738" v="1822" actId="1076"/>
          <ac:grpSpMkLst>
            <pc:docMk/>
            <pc:sldMk cId="309219446" sldId="386"/>
            <ac:grpSpMk id="11" creationId="{671E007C-0084-8A59-07B2-9AD3C9CFA2CA}"/>
          </ac:grpSpMkLst>
        </pc:grpChg>
        <pc:picChg chg="del">
          <ac:chgData name="Yunlong Jia" userId="6b7af21b-5f2a-4116-95e0-5cdc728d2113" providerId="ADAL" clId="{7AAE88DD-EA5E-0B49-9F00-4167057A708A}" dt="2024-08-07T11:04:19.933" v="1790" actId="478"/>
          <ac:picMkLst>
            <pc:docMk/>
            <pc:sldMk cId="309219446" sldId="386"/>
            <ac:picMk id="2" creationId="{D47EA5E9-E51E-7161-4290-B66AC8B0130A}"/>
          </ac:picMkLst>
        </pc:picChg>
        <pc:picChg chg="add mod">
          <ac:chgData name="Yunlong Jia" userId="6b7af21b-5f2a-4116-95e0-5cdc728d2113" providerId="ADAL" clId="{7AAE88DD-EA5E-0B49-9F00-4167057A708A}" dt="2024-08-07T11:05:11.540" v="1820" actId="164"/>
          <ac:picMkLst>
            <pc:docMk/>
            <pc:sldMk cId="309219446" sldId="386"/>
            <ac:picMk id="3" creationId="{05C455B6-CE41-FDDE-BBCC-7A12A150E1BD}"/>
          </ac:picMkLst>
        </pc:picChg>
        <pc:picChg chg="del">
          <ac:chgData name="Yunlong Jia" userId="6b7af21b-5f2a-4116-95e0-5cdc728d2113" providerId="ADAL" clId="{7AAE88DD-EA5E-0B49-9F00-4167057A708A}" dt="2024-08-07T11:04:21.906" v="1791" actId="478"/>
          <ac:picMkLst>
            <pc:docMk/>
            <pc:sldMk cId="309219446" sldId="386"/>
            <ac:picMk id="5" creationId="{373756C9-EFF4-5524-BC3D-85A2786A61AB}"/>
          </ac:picMkLst>
        </pc:picChg>
        <pc:picChg chg="mod">
          <ac:chgData name="Yunlong Jia" userId="6b7af21b-5f2a-4116-95e0-5cdc728d2113" providerId="ADAL" clId="{7AAE88DD-EA5E-0B49-9F00-4167057A708A}" dt="2024-08-07T11:05:20.164" v="1823" actId="1076"/>
          <ac:picMkLst>
            <pc:docMk/>
            <pc:sldMk cId="309219446" sldId="386"/>
            <ac:picMk id="6" creationId="{9A873043-CFA3-7B19-430A-C87EFE685043}"/>
          </ac:picMkLst>
        </pc:picChg>
      </pc:sldChg>
      <pc:sldChg chg="addSp delSp modSp mod">
        <pc:chgData name="Yunlong Jia" userId="6b7af21b-5f2a-4116-95e0-5cdc728d2113" providerId="ADAL" clId="{7AAE88DD-EA5E-0B49-9F00-4167057A708A}" dt="2024-08-07T00:18:35.656" v="205" actId="1037"/>
        <pc:sldMkLst>
          <pc:docMk/>
          <pc:sldMk cId="2041960949" sldId="389"/>
        </pc:sldMkLst>
        <pc:spChg chg="add del mod">
          <ac:chgData name="Yunlong Jia" userId="6b7af21b-5f2a-4116-95e0-5cdc728d2113" providerId="ADAL" clId="{7AAE88DD-EA5E-0B49-9F00-4167057A708A}" dt="2024-08-06T22:25:03.508" v="19" actId="478"/>
          <ac:spMkLst>
            <pc:docMk/>
            <pc:sldMk cId="2041960949" sldId="389"/>
            <ac:spMk id="4" creationId="{8E1F1A3C-EBD2-07C0-9BFC-A319C72AAA58}"/>
          </ac:spMkLst>
        </pc:spChg>
        <pc:spChg chg="mod">
          <ac:chgData name="Yunlong Jia" userId="6b7af21b-5f2a-4116-95e0-5cdc728d2113" providerId="ADAL" clId="{7AAE88DD-EA5E-0B49-9F00-4167057A708A}" dt="2024-08-07T00:18:35.656" v="205" actId="1037"/>
          <ac:spMkLst>
            <pc:docMk/>
            <pc:sldMk cId="2041960949" sldId="389"/>
            <ac:spMk id="16" creationId="{1642E75D-E99F-40C1-1D06-7076BE6C76A3}"/>
          </ac:spMkLst>
        </pc:spChg>
        <pc:picChg chg="add mod">
          <ac:chgData name="Yunlong Jia" userId="6b7af21b-5f2a-4116-95e0-5cdc728d2113" providerId="ADAL" clId="{7AAE88DD-EA5E-0B49-9F00-4167057A708A}" dt="2024-08-07T00:18:35.656" v="205" actId="1037"/>
          <ac:picMkLst>
            <pc:docMk/>
            <pc:sldMk cId="2041960949" sldId="389"/>
            <ac:picMk id="6" creationId="{D6E132DD-5FC8-A1C9-0C8D-BE941FA3A8A5}"/>
          </ac:picMkLst>
        </pc:picChg>
        <pc:picChg chg="add mod">
          <ac:chgData name="Yunlong Jia" userId="6b7af21b-5f2a-4116-95e0-5cdc728d2113" providerId="ADAL" clId="{7AAE88DD-EA5E-0B49-9F00-4167057A708A}" dt="2024-08-06T22:32:31.988" v="32" actId="1076"/>
          <ac:picMkLst>
            <pc:docMk/>
            <pc:sldMk cId="2041960949" sldId="389"/>
            <ac:picMk id="7" creationId="{EDC4C467-3E3D-2A0F-4669-372168335C43}"/>
          </ac:picMkLst>
        </pc:picChg>
        <pc:picChg chg="add mod">
          <ac:chgData name="Yunlong Jia" userId="6b7af21b-5f2a-4116-95e0-5cdc728d2113" providerId="ADAL" clId="{7AAE88DD-EA5E-0B49-9F00-4167057A708A}" dt="2024-08-06T22:34:21.732" v="37" actId="14100"/>
          <ac:picMkLst>
            <pc:docMk/>
            <pc:sldMk cId="2041960949" sldId="389"/>
            <ac:picMk id="8" creationId="{D0946C24-A74C-5BA1-37C7-5E9D57926B2C}"/>
          </ac:picMkLst>
        </pc:picChg>
        <pc:picChg chg="del">
          <ac:chgData name="Yunlong Jia" userId="6b7af21b-5f2a-4116-95e0-5cdc728d2113" providerId="ADAL" clId="{7AAE88DD-EA5E-0B49-9F00-4167057A708A}" dt="2024-08-06T22:25:44.836" v="22" actId="478"/>
          <ac:picMkLst>
            <pc:docMk/>
            <pc:sldMk cId="2041960949" sldId="389"/>
            <ac:picMk id="19" creationId="{E51FAE3C-34F6-067D-E51D-6941AAE100E2}"/>
          </ac:picMkLst>
        </pc:picChg>
        <pc:picChg chg="del">
          <ac:chgData name="Yunlong Jia" userId="6b7af21b-5f2a-4116-95e0-5cdc728d2113" providerId="ADAL" clId="{7AAE88DD-EA5E-0B49-9F00-4167057A708A}" dt="2024-08-06T22:32:26.187" v="27" actId="478"/>
          <ac:picMkLst>
            <pc:docMk/>
            <pc:sldMk cId="2041960949" sldId="389"/>
            <ac:picMk id="21" creationId="{56D985FA-D53C-49FD-A11C-4695FF400161}"/>
          </ac:picMkLst>
        </pc:picChg>
        <pc:picChg chg="del">
          <ac:chgData name="Yunlong Jia" userId="6b7af21b-5f2a-4116-95e0-5cdc728d2113" providerId="ADAL" clId="{7AAE88DD-EA5E-0B49-9F00-4167057A708A}" dt="2024-08-06T22:34:12.379" v="33" actId="478"/>
          <ac:picMkLst>
            <pc:docMk/>
            <pc:sldMk cId="2041960949" sldId="389"/>
            <ac:picMk id="23" creationId="{38ACB857-6B1F-17EB-8E62-FCBF9AA37650}"/>
          </ac:picMkLst>
        </pc:picChg>
      </pc:sldChg>
      <pc:sldChg chg="modSp mod modNotesTx">
        <pc:chgData name="Yunlong Jia" userId="6b7af21b-5f2a-4116-95e0-5cdc728d2113" providerId="ADAL" clId="{7AAE88DD-EA5E-0B49-9F00-4167057A708A}" dt="2024-08-07T07:31:17.580" v="877" actId="20577"/>
        <pc:sldMkLst>
          <pc:docMk/>
          <pc:sldMk cId="1320725372" sldId="401"/>
        </pc:sldMkLst>
        <pc:spChg chg="mod">
          <ac:chgData name="Yunlong Jia" userId="6b7af21b-5f2a-4116-95e0-5cdc728d2113" providerId="ADAL" clId="{7AAE88DD-EA5E-0B49-9F00-4167057A708A}" dt="2024-08-07T00:17:32.863" v="168" actId="20577"/>
          <ac:spMkLst>
            <pc:docMk/>
            <pc:sldMk cId="1320725372" sldId="401"/>
            <ac:spMk id="2" creationId="{AE1D80A3-4020-8B13-1FDC-6126D77802C7}"/>
          </ac:spMkLst>
        </pc:spChg>
      </pc:sldChg>
      <pc:sldChg chg="addSp modSp new mod modNotesTx">
        <pc:chgData name="Yunlong Jia" userId="6b7af21b-5f2a-4116-95e0-5cdc728d2113" providerId="ADAL" clId="{7AAE88DD-EA5E-0B49-9F00-4167057A708A}" dt="2024-08-07T00:16:07.779" v="154" actId="1035"/>
        <pc:sldMkLst>
          <pc:docMk/>
          <pc:sldMk cId="3912364537" sldId="402"/>
        </pc:sldMkLst>
        <pc:spChg chg="add mod">
          <ac:chgData name="Yunlong Jia" userId="6b7af21b-5f2a-4116-95e0-5cdc728d2113" providerId="ADAL" clId="{7AAE88DD-EA5E-0B49-9F00-4167057A708A}" dt="2024-08-07T00:15:21.684" v="137" actId="1076"/>
          <ac:spMkLst>
            <pc:docMk/>
            <pc:sldMk cId="3912364537" sldId="402"/>
            <ac:spMk id="6" creationId="{6814B6FD-1A80-D5D2-DD02-6EF2AAD1B9A6}"/>
          </ac:spMkLst>
        </pc:spChg>
        <pc:spChg chg="add mod">
          <ac:chgData name="Yunlong Jia" userId="6b7af21b-5f2a-4116-95e0-5cdc728d2113" providerId="ADAL" clId="{7AAE88DD-EA5E-0B49-9F00-4167057A708A}" dt="2024-08-07T00:15:36.258" v="141" actId="20577"/>
          <ac:spMkLst>
            <pc:docMk/>
            <pc:sldMk cId="3912364537" sldId="402"/>
            <ac:spMk id="8" creationId="{0513DAD5-0660-A028-676A-BF63C000A6DD}"/>
          </ac:spMkLst>
        </pc:spChg>
        <pc:spChg chg="add mod">
          <ac:chgData name="Yunlong Jia" userId="6b7af21b-5f2a-4116-95e0-5cdc728d2113" providerId="ADAL" clId="{7AAE88DD-EA5E-0B49-9F00-4167057A708A}" dt="2024-08-07T00:15:58.418" v="146" actId="693"/>
          <ac:spMkLst>
            <pc:docMk/>
            <pc:sldMk cId="3912364537" sldId="402"/>
            <ac:spMk id="9" creationId="{1612A39F-944E-7970-E242-6F4CC616CF75}"/>
          </ac:spMkLst>
        </pc:spChg>
        <pc:spChg chg="add mod">
          <ac:chgData name="Yunlong Jia" userId="6b7af21b-5f2a-4116-95e0-5cdc728d2113" providerId="ADAL" clId="{7AAE88DD-EA5E-0B49-9F00-4167057A708A}" dt="2024-08-07T00:16:07.779" v="154" actId="1035"/>
          <ac:spMkLst>
            <pc:docMk/>
            <pc:sldMk cId="3912364537" sldId="402"/>
            <ac:spMk id="10" creationId="{1C3B0F42-DF59-06C3-D6C0-583A38EB0505}"/>
          </ac:spMkLst>
        </pc:spChg>
        <pc:picChg chg="add mod">
          <ac:chgData name="Yunlong Jia" userId="6b7af21b-5f2a-4116-95e0-5cdc728d2113" providerId="ADAL" clId="{7AAE88DD-EA5E-0B49-9F00-4167057A708A}" dt="2024-08-07T00:15:14.386" v="133" actId="1076"/>
          <ac:picMkLst>
            <pc:docMk/>
            <pc:sldMk cId="3912364537" sldId="402"/>
            <ac:picMk id="2" creationId="{C0A95C2D-C8C2-175D-B385-690F718E5620}"/>
          </ac:picMkLst>
        </pc:picChg>
        <pc:picChg chg="add mod">
          <ac:chgData name="Yunlong Jia" userId="6b7af21b-5f2a-4116-95e0-5cdc728d2113" providerId="ADAL" clId="{7AAE88DD-EA5E-0B49-9F00-4167057A708A}" dt="2024-08-07T00:15:14.386" v="133" actId="1076"/>
          <ac:picMkLst>
            <pc:docMk/>
            <pc:sldMk cId="3912364537" sldId="402"/>
            <ac:picMk id="4" creationId="{36A4A9CC-E0D6-6308-2FB6-6730F81DAA05}"/>
          </ac:picMkLst>
        </pc:picChg>
      </pc:sldChg>
      <pc:sldChg chg="new del ord">
        <pc:chgData name="Yunlong Jia" userId="6b7af21b-5f2a-4116-95e0-5cdc728d2113" providerId="ADAL" clId="{7AAE88DD-EA5E-0B49-9F00-4167057A708A}" dt="2024-08-07T00:17:41.836" v="170" actId="2696"/>
        <pc:sldMkLst>
          <pc:docMk/>
          <pc:sldMk cId="2895269617" sldId="403"/>
        </pc:sldMkLst>
      </pc:sldChg>
      <pc:sldChg chg="modSp add mod">
        <pc:chgData name="Yunlong Jia" userId="6b7af21b-5f2a-4116-95e0-5cdc728d2113" providerId="ADAL" clId="{7AAE88DD-EA5E-0B49-9F00-4167057A708A}" dt="2024-08-07T00:18:06.997" v="198" actId="1076"/>
        <pc:sldMkLst>
          <pc:docMk/>
          <pc:sldMk cId="1224500776" sldId="404"/>
        </pc:sldMkLst>
        <pc:spChg chg="mod">
          <ac:chgData name="Yunlong Jia" userId="6b7af21b-5f2a-4116-95e0-5cdc728d2113" providerId="ADAL" clId="{7AAE88DD-EA5E-0B49-9F00-4167057A708A}" dt="2024-08-07T00:18:06.997" v="198" actId="1076"/>
          <ac:spMkLst>
            <pc:docMk/>
            <pc:sldMk cId="1224500776" sldId="404"/>
            <ac:spMk id="2" creationId="{AE1D80A3-4020-8B13-1FDC-6126D77802C7}"/>
          </ac:spMkLst>
        </pc:spChg>
      </pc:sldChg>
      <pc:sldChg chg="addSp delSp modSp new mod">
        <pc:chgData name="Yunlong Jia" userId="6b7af21b-5f2a-4116-95e0-5cdc728d2113" providerId="ADAL" clId="{7AAE88DD-EA5E-0B49-9F00-4167057A708A}" dt="2024-08-07T04:05:14.233" v="297" actId="207"/>
        <pc:sldMkLst>
          <pc:docMk/>
          <pc:sldMk cId="3792509174" sldId="405"/>
        </pc:sldMkLst>
        <pc:spChg chg="add mod">
          <ac:chgData name="Yunlong Jia" userId="6b7af21b-5f2a-4116-95e0-5cdc728d2113" providerId="ADAL" clId="{7AAE88DD-EA5E-0B49-9F00-4167057A708A}" dt="2024-08-07T04:05:14.233" v="297" actId="207"/>
          <ac:spMkLst>
            <pc:docMk/>
            <pc:sldMk cId="3792509174" sldId="405"/>
            <ac:spMk id="4" creationId="{FF090B62-D84B-D006-1125-23D752064895}"/>
          </ac:spMkLst>
        </pc:spChg>
        <pc:picChg chg="add mod">
          <ac:chgData name="Yunlong Jia" userId="6b7af21b-5f2a-4116-95e0-5cdc728d2113" providerId="ADAL" clId="{7AAE88DD-EA5E-0B49-9F00-4167057A708A}" dt="2024-08-07T00:46:32.740" v="230" actId="1440"/>
          <ac:picMkLst>
            <pc:docMk/>
            <pc:sldMk cId="3792509174" sldId="405"/>
            <ac:picMk id="3" creationId="{D8440539-F2AE-1A75-C6D7-01D076C0A678}"/>
          </ac:picMkLst>
        </pc:picChg>
        <pc:picChg chg="add del mod">
          <ac:chgData name="Yunlong Jia" userId="6b7af21b-5f2a-4116-95e0-5cdc728d2113" providerId="ADAL" clId="{7AAE88DD-EA5E-0B49-9F00-4167057A708A}" dt="2024-08-07T00:41:59.137" v="224" actId="478"/>
          <ac:picMkLst>
            <pc:docMk/>
            <pc:sldMk cId="3792509174" sldId="405"/>
            <ac:picMk id="5" creationId="{576B8825-C336-D240-0890-ABD44D7A5A3C}"/>
          </ac:picMkLst>
        </pc:picChg>
        <pc:picChg chg="add mod">
          <ac:chgData name="Yunlong Jia" userId="6b7af21b-5f2a-4116-95e0-5cdc728d2113" providerId="ADAL" clId="{7AAE88DD-EA5E-0B49-9F00-4167057A708A}" dt="2024-08-07T00:46:30.658" v="229" actId="1440"/>
          <ac:picMkLst>
            <pc:docMk/>
            <pc:sldMk cId="3792509174" sldId="405"/>
            <ac:picMk id="6" creationId="{B965E237-0D49-1347-4979-39F112B33BA1}"/>
          </ac:picMkLst>
        </pc:picChg>
      </pc:sldChg>
      <pc:sldChg chg="addSp delSp modSp new mod modNotesTx">
        <pc:chgData name="Yunlong Jia" userId="6b7af21b-5f2a-4116-95e0-5cdc728d2113" providerId="ADAL" clId="{7AAE88DD-EA5E-0B49-9F00-4167057A708A}" dt="2024-08-07T05:01:33.768" v="403" actId="404"/>
        <pc:sldMkLst>
          <pc:docMk/>
          <pc:sldMk cId="1972859230" sldId="406"/>
        </pc:sldMkLst>
        <pc:spChg chg="add mod">
          <ac:chgData name="Yunlong Jia" userId="6b7af21b-5f2a-4116-95e0-5cdc728d2113" providerId="ADAL" clId="{7AAE88DD-EA5E-0B49-9F00-4167057A708A}" dt="2024-08-07T04:04:48.500" v="295" actId="14100"/>
          <ac:spMkLst>
            <pc:docMk/>
            <pc:sldMk cId="1972859230" sldId="406"/>
            <ac:spMk id="3" creationId="{4A158287-3BF7-D2F6-684F-F9D75DDC431C}"/>
          </ac:spMkLst>
        </pc:spChg>
        <pc:spChg chg="add mod">
          <ac:chgData name="Yunlong Jia" userId="6b7af21b-5f2a-4116-95e0-5cdc728d2113" providerId="ADAL" clId="{7AAE88DD-EA5E-0B49-9F00-4167057A708A}" dt="2024-08-07T05:01:33.768" v="403" actId="404"/>
          <ac:spMkLst>
            <pc:docMk/>
            <pc:sldMk cId="1972859230" sldId="406"/>
            <ac:spMk id="7" creationId="{526004CA-F747-E8FB-CA64-BE77AB6AA3AC}"/>
          </ac:spMkLst>
        </pc:spChg>
        <pc:picChg chg="add mod">
          <ac:chgData name="Yunlong Jia" userId="6b7af21b-5f2a-4116-95e0-5cdc728d2113" providerId="ADAL" clId="{7AAE88DD-EA5E-0B49-9F00-4167057A708A}" dt="2024-08-07T05:01:23.853" v="397" actId="1076"/>
          <ac:picMkLst>
            <pc:docMk/>
            <pc:sldMk cId="1972859230" sldId="406"/>
            <ac:picMk id="2" creationId="{8FE9E745-3FE2-E47D-B590-F54310580ECE}"/>
          </ac:picMkLst>
        </pc:picChg>
        <pc:picChg chg="add del mod">
          <ac:chgData name="Yunlong Jia" userId="6b7af21b-5f2a-4116-95e0-5cdc728d2113" providerId="ADAL" clId="{7AAE88DD-EA5E-0B49-9F00-4167057A708A}" dt="2024-08-07T04:26:59.968" v="311" actId="478"/>
          <ac:picMkLst>
            <pc:docMk/>
            <pc:sldMk cId="1972859230" sldId="406"/>
            <ac:picMk id="4" creationId="{58259590-5DEC-9FB9-3AEF-5B43AD34AE61}"/>
          </ac:picMkLst>
        </pc:picChg>
        <pc:picChg chg="add mod">
          <ac:chgData name="Yunlong Jia" userId="6b7af21b-5f2a-4116-95e0-5cdc728d2113" providerId="ADAL" clId="{7AAE88DD-EA5E-0B49-9F00-4167057A708A}" dt="2024-08-07T04:27:35.312" v="321" actId="1076"/>
          <ac:picMkLst>
            <pc:docMk/>
            <pc:sldMk cId="1972859230" sldId="406"/>
            <ac:picMk id="5" creationId="{877DBFC3-A54D-1214-FF53-E4DB6C41317F}"/>
          </ac:picMkLst>
        </pc:picChg>
      </pc:sldChg>
      <pc:sldChg chg="addSp modSp new mod modNotesTx">
        <pc:chgData name="Yunlong Jia" userId="6b7af21b-5f2a-4116-95e0-5cdc728d2113" providerId="ADAL" clId="{7AAE88DD-EA5E-0B49-9F00-4167057A708A}" dt="2024-08-07T07:31:02.785" v="873" actId="208"/>
        <pc:sldMkLst>
          <pc:docMk/>
          <pc:sldMk cId="2038158574" sldId="407"/>
        </pc:sldMkLst>
        <pc:spChg chg="add mod">
          <ac:chgData name="Yunlong Jia" userId="6b7af21b-5f2a-4116-95e0-5cdc728d2113" providerId="ADAL" clId="{7AAE88DD-EA5E-0B49-9F00-4167057A708A}" dt="2024-08-07T07:04:48.804" v="624" actId="404"/>
          <ac:spMkLst>
            <pc:docMk/>
            <pc:sldMk cId="2038158574" sldId="407"/>
            <ac:spMk id="4" creationId="{40119D7D-2F74-B679-FBCC-12CCE8B1B2A2}"/>
          </ac:spMkLst>
        </pc:spChg>
        <pc:spChg chg="add mod">
          <ac:chgData name="Yunlong Jia" userId="6b7af21b-5f2a-4116-95e0-5cdc728d2113" providerId="ADAL" clId="{7AAE88DD-EA5E-0B49-9F00-4167057A708A}" dt="2024-08-07T07:10:39.150" v="662" actId="1036"/>
          <ac:spMkLst>
            <pc:docMk/>
            <pc:sldMk cId="2038158574" sldId="407"/>
            <ac:spMk id="9" creationId="{2D553F9B-BF94-1DFE-8FC9-345D99752EFD}"/>
          </ac:spMkLst>
        </pc:spChg>
        <pc:spChg chg="add mod">
          <ac:chgData name="Yunlong Jia" userId="6b7af21b-5f2a-4116-95e0-5cdc728d2113" providerId="ADAL" clId="{7AAE88DD-EA5E-0B49-9F00-4167057A708A}" dt="2024-08-07T07:05:05.642" v="634" actId="164"/>
          <ac:spMkLst>
            <pc:docMk/>
            <pc:sldMk cId="2038158574" sldId="407"/>
            <ac:spMk id="10" creationId="{F0538A88-7627-B6BB-7647-4586F4BD52B1}"/>
          </ac:spMkLst>
        </pc:spChg>
        <pc:spChg chg="add mod">
          <ac:chgData name="Yunlong Jia" userId="6b7af21b-5f2a-4116-95e0-5cdc728d2113" providerId="ADAL" clId="{7AAE88DD-EA5E-0B49-9F00-4167057A708A}" dt="2024-08-07T07:10:59.617" v="699" actId="1036"/>
          <ac:spMkLst>
            <pc:docMk/>
            <pc:sldMk cId="2038158574" sldId="407"/>
            <ac:spMk id="13" creationId="{7696D8C5-1BF5-E0C3-A2A8-C3BE89B3EE3D}"/>
          </ac:spMkLst>
        </pc:spChg>
        <pc:spChg chg="add mod">
          <ac:chgData name="Yunlong Jia" userId="6b7af21b-5f2a-4116-95e0-5cdc728d2113" providerId="ADAL" clId="{7AAE88DD-EA5E-0B49-9F00-4167057A708A}" dt="2024-08-07T07:14:33.710" v="719" actId="164"/>
          <ac:spMkLst>
            <pc:docMk/>
            <pc:sldMk cId="2038158574" sldId="407"/>
            <ac:spMk id="14" creationId="{58CEA644-5457-B296-F63B-CB856DE596D6}"/>
          </ac:spMkLst>
        </pc:spChg>
        <pc:grpChg chg="add mod">
          <ac:chgData name="Yunlong Jia" userId="6b7af21b-5f2a-4116-95e0-5cdc728d2113" providerId="ADAL" clId="{7AAE88DD-EA5E-0B49-9F00-4167057A708A}" dt="2024-08-07T07:10:39.150" v="662" actId="1036"/>
          <ac:grpSpMkLst>
            <pc:docMk/>
            <pc:sldMk cId="2038158574" sldId="407"/>
            <ac:grpSpMk id="11" creationId="{269CF81D-8E0E-23B0-EFC5-868504D7417B}"/>
          </ac:grpSpMkLst>
        </pc:grpChg>
        <pc:grpChg chg="add mod">
          <ac:chgData name="Yunlong Jia" userId="6b7af21b-5f2a-4116-95e0-5cdc728d2113" providerId="ADAL" clId="{7AAE88DD-EA5E-0B49-9F00-4167057A708A}" dt="2024-08-07T07:14:33.710" v="719" actId="164"/>
          <ac:grpSpMkLst>
            <pc:docMk/>
            <pc:sldMk cId="2038158574" sldId="407"/>
            <ac:grpSpMk id="20" creationId="{CE411ADA-E283-07D4-7430-78C561DFB777}"/>
          </ac:grpSpMkLst>
        </pc:grpChg>
        <pc:picChg chg="add mod">
          <ac:chgData name="Yunlong Jia" userId="6b7af21b-5f2a-4116-95e0-5cdc728d2113" providerId="ADAL" clId="{7AAE88DD-EA5E-0B49-9F00-4167057A708A}" dt="2024-08-07T07:10:59.617" v="699" actId="1036"/>
          <ac:picMkLst>
            <pc:docMk/>
            <pc:sldMk cId="2038158574" sldId="407"/>
            <ac:picMk id="3" creationId="{DF85C8FB-1530-DCD0-C355-DFDD44BB7C26}"/>
          </ac:picMkLst>
        </pc:picChg>
        <pc:picChg chg="add mod">
          <ac:chgData name="Yunlong Jia" userId="6b7af21b-5f2a-4116-95e0-5cdc728d2113" providerId="ADAL" clId="{7AAE88DD-EA5E-0B49-9F00-4167057A708A}" dt="2024-08-07T07:10:39.150" v="662" actId="1036"/>
          <ac:picMkLst>
            <pc:docMk/>
            <pc:sldMk cId="2038158574" sldId="407"/>
            <ac:picMk id="5" creationId="{62F33F34-A71C-3AF1-FD1F-51A3ADC706EB}"/>
          </ac:picMkLst>
        </pc:picChg>
        <pc:picChg chg="add mod">
          <ac:chgData name="Yunlong Jia" userId="6b7af21b-5f2a-4116-95e0-5cdc728d2113" providerId="ADAL" clId="{7AAE88DD-EA5E-0B49-9F00-4167057A708A}" dt="2024-08-07T07:05:05.642" v="634" actId="164"/>
          <ac:picMkLst>
            <pc:docMk/>
            <pc:sldMk cId="2038158574" sldId="407"/>
            <ac:picMk id="7" creationId="{0B975C6B-B8DA-3077-F896-4E967474EEB0}"/>
          </ac:picMkLst>
        </pc:picChg>
        <pc:picChg chg="add mod">
          <ac:chgData name="Yunlong Jia" userId="6b7af21b-5f2a-4116-95e0-5cdc728d2113" providerId="ADAL" clId="{7AAE88DD-EA5E-0B49-9F00-4167057A708A}" dt="2024-08-07T07:31:02.785" v="873" actId="208"/>
          <ac:picMkLst>
            <pc:docMk/>
            <pc:sldMk cId="2038158574" sldId="407"/>
            <ac:picMk id="12" creationId="{0E19B14C-D4D5-CDB8-4700-9CC92A5DCC6B}"/>
          </ac:picMkLst>
        </pc:picChg>
        <pc:cxnChg chg="add mod">
          <ac:chgData name="Yunlong Jia" userId="6b7af21b-5f2a-4116-95e0-5cdc728d2113" providerId="ADAL" clId="{7AAE88DD-EA5E-0B49-9F00-4167057A708A}" dt="2024-08-07T07:11:27.526" v="705" actId="14100"/>
          <ac:cxnSpMkLst>
            <pc:docMk/>
            <pc:sldMk cId="2038158574" sldId="407"/>
            <ac:cxnSpMk id="16" creationId="{D8D81F9A-4576-59E5-9987-FDDF7E0BD8BB}"/>
          </ac:cxnSpMkLst>
        </pc:cxnChg>
      </pc:sldChg>
      <pc:sldChg chg="addSp delSp modSp new mod modNotesTx">
        <pc:chgData name="Yunlong Jia" userId="6b7af21b-5f2a-4116-95e0-5cdc728d2113" providerId="ADAL" clId="{7AAE88DD-EA5E-0B49-9F00-4167057A708A}" dt="2024-08-07T07:41:58.355" v="910" actId="164"/>
        <pc:sldMkLst>
          <pc:docMk/>
          <pc:sldMk cId="2392200270" sldId="408"/>
        </pc:sldMkLst>
        <pc:spChg chg="add mod">
          <ac:chgData name="Yunlong Jia" userId="6b7af21b-5f2a-4116-95e0-5cdc728d2113" providerId="ADAL" clId="{7AAE88DD-EA5E-0B49-9F00-4167057A708A}" dt="2024-08-07T07:14:28.732" v="718" actId="14100"/>
          <ac:spMkLst>
            <pc:docMk/>
            <pc:sldMk cId="2392200270" sldId="408"/>
            <ac:spMk id="2" creationId="{7FE790F4-0B0D-661B-30A9-0A477ED94680}"/>
          </ac:spMkLst>
        </pc:spChg>
        <pc:spChg chg="add mod">
          <ac:chgData name="Yunlong Jia" userId="6b7af21b-5f2a-4116-95e0-5cdc728d2113" providerId="ADAL" clId="{7AAE88DD-EA5E-0B49-9F00-4167057A708A}" dt="2024-08-07T07:29:03.652" v="867" actId="1076"/>
          <ac:spMkLst>
            <pc:docMk/>
            <pc:sldMk cId="2392200270" sldId="408"/>
            <ac:spMk id="8" creationId="{772F4679-7ABF-9330-9B83-563CE020A040}"/>
          </ac:spMkLst>
        </pc:spChg>
        <pc:spChg chg="mod">
          <ac:chgData name="Yunlong Jia" userId="6b7af21b-5f2a-4116-95e0-5cdc728d2113" providerId="ADAL" clId="{7AAE88DD-EA5E-0B49-9F00-4167057A708A}" dt="2024-08-07T07:14:45.713" v="726" actId="403"/>
          <ac:spMkLst>
            <pc:docMk/>
            <pc:sldMk cId="2392200270" sldId="408"/>
            <ac:spMk id="12" creationId="{A185B426-91B5-DAB2-EBA6-D1DBA1721D44}"/>
          </ac:spMkLst>
        </pc:spChg>
        <pc:spChg chg="add mod">
          <ac:chgData name="Yunlong Jia" userId="6b7af21b-5f2a-4116-95e0-5cdc728d2113" providerId="ADAL" clId="{7AAE88DD-EA5E-0B49-9F00-4167057A708A}" dt="2024-08-07T07:41:58.355" v="910" actId="164"/>
          <ac:spMkLst>
            <pc:docMk/>
            <pc:sldMk cId="2392200270" sldId="408"/>
            <ac:spMk id="15" creationId="{CCEFEEDD-7203-A7B2-5325-D1EB5E70F0CE}"/>
          </ac:spMkLst>
        </pc:spChg>
        <pc:spChg chg="add mod">
          <ac:chgData name="Yunlong Jia" userId="6b7af21b-5f2a-4116-95e0-5cdc728d2113" providerId="ADAL" clId="{7AAE88DD-EA5E-0B49-9F00-4167057A708A}" dt="2024-08-07T07:35:58.096" v="882" actId="1076"/>
          <ac:spMkLst>
            <pc:docMk/>
            <pc:sldMk cId="2392200270" sldId="408"/>
            <ac:spMk id="16" creationId="{6A13CE74-0988-A023-F637-F1593B7433C4}"/>
          </ac:spMkLst>
        </pc:spChg>
        <pc:spChg chg="add mod">
          <ac:chgData name="Yunlong Jia" userId="6b7af21b-5f2a-4116-95e0-5cdc728d2113" providerId="ADAL" clId="{7AAE88DD-EA5E-0B49-9F00-4167057A708A}" dt="2024-08-07T07:36:13.090" v="896" actId="1035"/>
          <ac:spMkLst>
            <pc:docMk/>
            <pc:sldMk cId="2392200270" sldId="408"/>
            <ac:spMk id="17" creationId="{B2B5346F-2544-5D66-F7E3-E8970B478723}"/>
          </ac:spMkLst>
        </pc:spChg>
        <pc:spChg chg="add mod">
          <ac:chgData name="Yunlong Jia" userId="6b7af21b-5f2a-4116-95e0-5cdc728d2113" providerId="ADAL" clId="{7AAE88DD-EA5E-0B49-9F00-4167057A708A}" dt="2024-08-07T07:36:28.407" v="898" actId="1076"/>
          <ac:spMkLst>
            <pc:docMk/>
            <pc:sldMk cId="2392200270" sldId="408"/>
            <ac:spMk id="18" creationId="{72E3D77F-E919-FCBF-5F63-EE63ED3D5574}"/>
          </ac:spMkLst>
        </pc:spChg>
        <pc:grpChg chg="add mod">
          <ac:chgData name="Yunlong Jia" userId="6b7af21b-5f2a-4116-95e0-5cdc728d2113" providerId="ADAL" clId="{7AAE88DD-EA5E-0B49-9F00-4167057A708A}" dt="2024-08-07T07:41:58.355" v="910" actId="164"/>
          <ac:grpSpMkLst>
            <pc:docMk/>
            <pc:sldMk cId="2392200270" sldId="408"/>
            <ac:grpSpMk id="10" creationId="{CA391938-F2D3-4358-9B2E-A4881FD40564}"/>
          </ac:grpSpMkLst>
        </pc:grpChg>
        <pc:grpChg chg="add mod">
          <ac:chgData name="Yunlong Jia" userId="6b7af21b-5f2a-4116-95e0-5cdc728d2113" providerId="ADAL" clId="{7AAE88DD-EA5E-0B49-9F00-4167057A708A}" dt="2024-08-07T07:41:58.355" v="910" actId="164"/>
          <ac:grpSpMkLst>
            <pc:docMk/>
            <pc:sldMk cId="2392200270" sldId="408"/>
            <ac:grpSpMk id="19" creationId="{733EBD29-4CED-6A39-C2D7-DB04CA397552}"/>
          </ac:grpSpMkLst>
        </pc:grpChg>
        <pc:picChg chg="add del mod">
          <ac:chgData name="Yunlong Jia" userId="6b7af21b-5f2a-4116-95e0-5cdc728d2113" providerId="ADAL" clId="{7AAE88DD-EA5E-0B49-9F00-4167057A708A}" dt="2024-08-07T07:14:19.038" v="712" actId="478"/>
          <ac:picMkLst>
            <pc:docMk/>
            <pc:sldMk cId="2392200270" sldId="408"/>
            <ac:picMk id="3" creationId="{8B378A82-3B4E-3E29-6752-6D7A844C7F2C}"/>
          </ac:picMkLst>
        </pc:picChg>
        <pc:picChg chg="add del mod">
          <ac:chgData name="Yunlong Jia" userId="6b7af21b-5f2a-4116-95e0-5cdc728d2113" providerId="ADAL" clId="{7AAE88DD-EA5E-0B49-9F00-4167057A708A}" dt="2024-08-07T07:18:31.491" v="728" actId="478"/>
          <ac:picMkLst>
            <pc:docMk/>
            <pc:sldMk cId="2392200270" sldId="408"/>
            <ac:picMk id="4" creationId="{DDA4F19F-218B-E926-BA39-D7F16C440C4D}"/>
          </ac:picMkLst>
        </pc:picChg>
        <pc:picChg chg="add del mod">
          <ac:chgData name="Yunlong Jia" userId="6b7af21b-5f2a-4116-95e0-5cdc728d2113" providerId="ADAL" clId="{7AAE88DD-EA5E-0B49-9F00-4167057A708A}" dt="2024-08-07T07:14:49.521" v="727" actId="478"/>
          <ac:picMkLst>
            <pc:docMk/>
            <pc:sldMk cId="2392200270" sldId="408"/>
            <ac:picMk id="5" creationId="{B3A0C2C2-FFEC-A7D7-697F-89CF9EDFB8F0}"/>
          </ac:picMkLst>
        </pc:picChg>
        <pc:picChg chg="add mod">
          <ac:chgData name="Yunlong Jia" userId="6b7af21b-5f2a-4116-95e0-5cdc728d2113" providerId="ADAL" clId="{7AAE88DD-EA5E-0B49-9F00-4167057A708A}" dt="2024-08-07T06:48:35.661" v="515" actId="1076"/>
          <ac:picMkLst>
            <pc:docMk/>
            <pc:sldMk cId="2392200270" sldId="408"/>
            <ac:picMk id="6" creationId="{CBA08E7E-1596-D938-CA99-E331A8C3DEFB}"/>
          </ac:picMkLst>
        </pc:picChg>
        <pc:picChg chg="add del mod">
          <ac:chgData name="Yunlong Jia" userId="6b7af21b-5f2a-4116-95e0-5cdc728d2113" providerId="ADAL" clId="{7AAE88DD-EA5E-0B49-9F00-4167057A708A}" dt="2024-08-07T07:14:36.699" v="720" actId="478"/>
          <ac:picMkLst>
            <pc:docMk/>
            <pc:sldMk cId="2392200270" sldId="408"/>
            <ac:picMk id="9" creationId="{64A710BC-3BBC-BF2D-6C5B-7D9163A6097F}"/>
          </ac:picMkLst>
        </pc:picChg>
        <pc:picChg chg="mod">
          <ac:chgData name="Yunlong Jia" userId="6b7af21b-5f2a-4116-95e0-5cdc728d2113" providerId="ADAL" clId="{7AAE88DD-EA5E-0B49-9F00-4167057A708A}" dt="2024-08-07T07:14:37.077" v="721"/>
          <ac:picMkLst>
            <pc:docMk/>
            <pc:sldMk cId="2392200270" sldId="408"/>
            <ac:picMk id="11" creationId="{914B4A06-E544-AF0C-2BDB-020D8ECFE536}"/>
          </ac:picMkLst>
        </pc:picChg>
        <pc:picChg chg="add mod">
          <ac:chgData name="Yunlong Jia" userId="6b7af21b-5f2a-4116-95e0-5cdc728d2113" providerId="ADAL" clId="{7AAE88DD-EA5E-0B49-9F00-4167057A708A}" dt="2024-08-07T07:18:42.170" v="733" actId="14100"/>
          <ac:picMkLst>
            <pc:docMk/>
            <pc:sldMk cId="2392200270" sldId="408"/>
            <ac:picMk id="13" creationId="{EC136B02-BEB4-26F9-358C-EA07DB5522D4}"/>
          </ac:picMkLst>
        </pc:picChg>
        <pc:picChg chg="add mod">
          <ac:chgData name="Yunlong Jia" userId="6b7af21b-5f2a-4116-95e0-5cdc728d2113" providerId="ADAL" clId="{7AAE88DD-EA5E-0B49-9F00-4167057A708A}" dt="2024-08-07T07:23:57.013" v="795" actId="1076"/>
          <ac:picMkLst>
            <pc:docMk/>
            <pc:sldMk cId="2392200270" sldId="408"/>
            <ac:picMk id="14" creationId="{6B0E5CE6-CA0C-3D01-8DA8-3BC1C7DFEEB8}"/>
          </ac:picMkLst>
        </pc:picChg>
      </pc:sldChg>
      <pc:sldChg chg="addSp modSp new mod">
        <pc:chgData name="Yunlong Jia" userId="6b7af21b-5f2a-4116-95e0-5cdc728d2113" providerId="ADAL" clId="{7AAE88DD-EA5E-0B49-9F00-4167057A708A}" dt="2024-08-07T07:42:52.982" v="932"/>
        <pc:sldMkLst>
          <pc:docMk/>
          <pc:sldMk cId="467774227" sldId="409"/>
        </pc:sldMkLst>
        <pc:spChg chg="add mod">
          <ac:chgData name="Yunlong Jia" userId="6b7af21b-5f2a-4116-95e0-5cdc728d2113" providerId="ADAL" clId="{7AAE88DD-EA5E-0B49-9F00-4167057A708A}" dt="2024-08-07T07:41:48.639" v="907" actId="164"/>
          <ac:spMkLst>
            <pc:docMk/>
            <pc:sldMk cId="467774227" sldId="409"/>
            <ac:spMk id="4" creationId="{F52A328A-FBD4-8A9E-FF91-C0105374FEA5}"/>
          </ac:spMkLst>
        </pc:spChg>
        <pc:spChg chg="mod">
          <ac:chgData name="Yunlong Jia" userId="6b7af21b-5f2a-4116-95e0-5cdc728d2113" providerId="ADAL" clId="{7AAE88DD-EA5E-0B49-9F00-4167057A708A}" dt="2024-08-07T07:42:03.531" v="911"/>
          <ac:spMkLst>
            <pc:docMk/>
            <pc:sldMk cId="467774227" sldId="409"/>
            <ac:spMk id="8" creationId="{173D9FC9-F456-4C98-6386-C14604B3249E}"/>
          </ac:spMkLst>
        </pc:spChg>
        <pc:spChg chg="mod">
          <ac:chgData name="Yunlong Jia" userId="6b7af21b-5f2a-4116-95e0-5cdc728d2113" providerId="ADAL" clId="{7AAE88DD-EA5E-0B49-9F00-4167057A708A}" dt="2024-08-07T07:42:03.531" v="911"/>
          <ac:spMkLst>
            <pc:docMk/>
            <pc:sldMk cId="467774227" sldId="409"/>
            <ac:spMk id="10" creationId="{7D31BCFD-1E01-27AC-54F0-9243B9B008D8}"/>
          </ac:spMkLst>
        </pc:spChg>
        <pc:spChg chg="add mod">
          <ac:chgData name="Yunlong Jia" userId="6b7af21b-5f2a-4116-95e0-5cdc728d2113" providerId="ADAL" clId="{7AAE88DD-EA5E-0B49-9F00-4167057A708A}" dt="2024-08-07T07:42:47.557" v="931" actId="1076"/>
          <ac:spMkLst>
            <pc:docMk/>
            <pc:sldMk cId="467774227" sldId="409"/>
            <ac:spMk id="11" creationId="{E80C6EED-438D-0843-23AD-7CE6D7281FF0}"/>
          </ac:spMkLst>
        </pc:spChg>
        <pc:spChg chg="add mod">
          <ac:chgData name="Yunlong Jia" userId="6b7af21b-5f2a-4116-95e0-5cdc728d2113" providerId="ADAL" clId="{7AAE88DD-EA5E-0B49-9F00-4167057A708A}" dt="2024-08-07T07:42:52.982" v="932"/>
          <ac:spMkLst>
            <pc:docMk/>
            <pc:sldMk cId="467774227" sldId="409"/>
            <ac:spMk id="12" creationId="{10759702-C8A7-49D2-7CBE-CD094A4BB085}"/>
          </ac:spMkLst>
        </pc:spChg>
        <pc:grpChg chg="add mod">
          <ac:chgData name="Yunlong Jia" userId="6b7af21b-5f2a-4116-95e0-5cdc728d2113" providerId="ADAL" clId="{7AAE88DD-EA5E-0B49-9F00-4167057A708A}" dt="2024-08-07T07:42:17.005" v="928" actId="1038"/>
          <ac:grpSpMkLst>
            <pc:docMk/>
            <pc:sldMk cId="467774227" sldId="409"/>
            <ac:grpSpMk id="5" creationId="{F65AB8DF-A212-5F8D-97B2-C820D4F644B1}"/>
          </ac:grpSpMkLst>
        </pc:grpChg>
        <pc:grpChg chg="add mod">
          <ac:chgData name="Yunlong Jia" userId="6b7af21b-5f2a-4116-95e0-5cdc728d2113" providerId="ADAL" clId="{7AAE88DD-EA5E-0B49-9F00-4167057A708A}" dt="2024-08-07T07:42:47.557" v="931" actId="1076"/>
          <ac:grpSpMkLst>
            <pc:docMk/>
            <pc:sldMk cId="467774227" sldId="409"/>
            <ac:grpSpMk id="6" creationId="{50E3DD9C-0EB1-3685-54DE-7415F5295188}"/>
          </ac:grpSpMkLst>
        </pc:grpChg>
        <pc:grpChg chg="mod">
          <ac:chgData name="Yunlong Jia" userId="6b7af21b-5f2a-4116-95e0-5cdc728d2113" providerId="ADAL" clId="{7AAE88DD-EA5E-0B49-9F00-4167057A708A}" dt="2024-08-07T07:42:03.531" v="911"/>
          <ac:grpSpMkLst>
            <pc:docMk/>
            <pc:sldMk cId="467774227" sldId="409"/>
            <ac:grpSpMk id="7" creationId="{1A53C0DA-0628-ECF5-E263-55386A6C98EF}"/>
          </ac:grpSpMkLst>
        </pc:grpChg>
        <pc:picChg chg="add mod">
          <ac:chgData name="Yunlong Jia" userId="6b7af21b-5f2a-4116-95e0-5cdc728d2113" providerId="ADAL" clId="{7AAE88DD-EA5E-0B49-9F00-4167057A708A}" dt="2024-08-07T07:41:48.639" v="907" actId="164"/>
          <ac:picMkLst>
            <pc:docMk/>
            <pc:sldMk cId="467774227" sldId="409"/>
            <ac:picMk id="3" creationId="{E23A4C53-F8F8-E1C8-6F26-3C0B08CB7452}"/>
          </ac:picMkLst>
        </pc:picChg>
        <pc:picChg chg="mod">
          <ac:chgData name="Yunlong Jia" userId="6b7af21b-5f2a-4116-95e0-5cdc728d2113" providerId="ADAL" clId="{7AAE88DD-EA5E-0B49-9F00-4167057A708A}" dt="2024-08-07T07:42:03.531" v="911"/>
          <ac:picMkLst>
            <pc:docMk/>
            <pc:sldMk cId="467774227" sldId="409"/>
            <ac:picMk id="9" creationId="{994AF057-6770-7C2C-EFC9-94BE9A8C1A46}"/>
          </ac:picMkLst>
        </pc:picChg>
      </pc:sldChg>
      <pc:sldChg chg="addSp delSp modSp new mod">
        <pc:chgData name="Yunlong Jia" userId="6b7af21b-5f2a-4116-95e0-5cdc728d2113" providerId="ADAL" clId="{7AAE88DD-EA5E-0B49-9F00-4167057A708A}" dt="2024-08-07T08:06:02.488" v="1211" actId="20577"/>
        <pc:sldMkLst>
          <pc:docMk/>
          <pc:sldMk cId="262320550" sldId="410"/>
        </pc:sldMkLst>
        <pc:spChg chg="add mod">
          <ac:chgData name="Yunlong Jia" userId="6b7af21b-5f2a-4116-95e0-5cdc728d2113" providerId="ADAL" clId="{7AAE88DD-EA5E-0B49-9F00-4167057A708A}" dt="2024-08-07T07:55:17.684" v="1054" actId="1076"/>
          <ac:spMkLst>
            <pc:docMk/>
            <pc:sldMk cId="262320550" sldId="410"/>
            <ac:spMk id="3" creationId="{F570E721-2A7F-FE3A-0091-14A133BECCF8}"/>
          </ac:spMkLst>
        </pc:spChg>
        <pc:spChg chg="del mod topLvl">
          <ac:chgData name="Yunlong Jia" userId="6b7af21b-5f2a-4116-95e0-5cdc728d2113" providerId="ADAL" clId="{7AAE88DD-EA5E-0B49-9F00-4167057A708A}" dt="2024-08-07T07:49:06.723" v="956" actId="478"/>
          <ac:spMkLst>
            <pc:docMk/>
            <pc:sldMk cId="262320550" sldId="410"/>
            <ac:spMk id="6" creationId="{1199F2CB-D7CD-47B8-7EEE-F500B7D296F3}"/>
          </ac:spMkLst>
        </pc:spChg>
        <pc:spChg chg="mod">
          <ac:chgData name="Yunlong Jia" userId="6b7af21b-5f2a-4116-95e0-5cdc728d2113" providerId="ADAL" clId="{7AAE88DD-EA5E-0B49-9F00-4167057A708A}" dt="2024-08-07T07:48:53.364" v="953"/>
          <ac:spMkLst>
            <pc:docMk/>
            <pc:sldMk cId="262320550" sldId="410"/>
            <ac:spMk id="8" creationId="{58A31856-178B-0437-977D-FD6513F79A12}"/>
          </ac:spMkLst>
        </pc:spChg>
        <pc:spChg chg="add mod">
          <ac:chgData name="Yunlong Jia" userId="6b7af21b-5f2a-4116-95e0-5cdc728d2113" providerId="ADAL" clId="{7AAE88DD-EA5E-0B49-9F00-4167057A708A}" dt="2024-08-07T07:54:42.415" v="1045" actId="164"/>
          <ac:spMkLst>
            <pc:docMk/>
            <pc:sldMk cId="262320550" sldId="410"/>
            <ac:spMk id="9" creationId="{8B73C836-443A-893B-30D7-6FFD7477D5AE}"/>
          </ac:spMkLst>
        </pc:spChg>
        <pc:spChg chg="add mod">
          <ac:chgData name="Yunlong Jia" userId="6b7af21b-5f2a-4116-95e0-5cdc728d2113" providerId="ADAL" clId="{7AAE88DD-EA5E-0B49-9F00-4167057A708A}" dt="2024-08-07T07:55:00.429" v="1048" actId="164"/>
          <ac:spMkLst>
            <pc:docMk/>
            <pc:sldMk cId="262320550" sldId="410"/>
            <ac:spMk id="11" creationId="{7DBA6124-FF21-D4DB-D7FD-9D7BA6752D79}"/>
          </ac:spMkLst>
        </pc:spChg>
        <pc:spChg chg="add mod">
          <ac:chgData name="Yunlong Jia" userId="6b7af21b-5f2a-4116-95e0-5cdc728d2113" providerId="ADAL" clId="{7AAE88DD-EA5E-0B49-9F00-4167057A708A}" dt="2024-08-07T07:55:00.429" v="1048" actId="164"/>
          <ac:spMkLst>
            <pc:docMk/>
            <pc:sldMk cId="262320550" sldId="410"/>
            <ac:spMk id="12" creationId="{586FD1D9-9A53-0C2C-C31E-8D7160ABF0EC}"/>
          </ac:spMkLst>
        </pc:spChg>
        <pc:spChg chg="add del mod">
          <ac:chgData name="Yunlong Jia" userId="6b7af21b-5f2a-4116-95e0-5cdc728d2113" providerId="ADAL" clId="{7AAE88DD-EA5E-0B49-9F00-4167057A708A}" dt="2024-08-07T07:53:24.162" v="1035" actId="478"/>
          <ac:spMkLst>
            <pc:docMk/>
            <pc:sldMk cId="262320550" sldId="410"/>
            <ac:spMk id="13" creationId="{A4559D9C-624A-3FBB-6CE6-3938160AFB78}"/>
          </ac:spMkLst>
        </pc:spChg>
        <pc:spChg chg="add mod">
          <ac:chgData name="Yunlong Jia" userId="6b7af21b-5f2a-4116-95e0-5cdc728d2113" providerId="ADAL" clId="{7AAE88DD-EA5E-0B49-9F00-4167057A708A}" dt="2024-08-07T07:55:00.429" v="1048" actId="164"/>
          <ac:spMkLst>
            <pc:docMk/>
            <pc:sldMk cId="262320550" sldId="410"/>
            <ac:spMk id="14" creationId="{78B79373-B3C6-4097-1F4D-1F100755757D}"/>
          </ac:spMkLst>
        </pc:spChg>
        <pc:spChg chg="add mod">
          <ac:chgData name="Yunlong Jia" userId="6b7af21b-5f2a-4116-95e0-5cdc728d2113" providerId="ADAL" clId="{7AAE88DD-EA5E-0B49-9F00-4167057A708A}" dt="2024-08-07T08:06:02.488" v="1211" actId="20577"/>
          <ac:spMkLst>
            <pc:docMk/>
            <pc:sldMk cId="262320550" sldId="410"/>
            <ac:spMk id="18" creationId="{7225A95E-1EF2-878A-6CC8-34B030E97B9B}"/>
          </ac:spMkLst>
        </pc:spChg>
        <pc:grpChg chg="add del mod">
          <ac:chgData name="Yunlong Jia" userId="6b7af21b-5f2a-4116-95e0-5cdc728d2113" providerId="ADAL" clId="{7AAE88DD-EA5E-0B49-9F00-4167057A708A}" dt="2024-08-07T07:49:06.723" v="956" actId="478"/>
          <ac:grpSpMkLst>
            <pc:docMk/>
            <pc:sldMk cId="262320550" sldId="410"/>
            <ac:grpSpMk id="4" creationId="{318728D9-90B7-0662-1237-E90594BF10C1}"/>
          </ac:grpSpMkLst>
        </pc:grpChg>
        <pc:grpChg chg="mod topLvl">
          <ac:chgData name="Yunlong Jia" userId="6b7af21b-5f2a-4116-95e0-5cdc728d2113" providerId="ADAL" clId="{7AAE88DD-EA5E-0B49-9F00-4167057A708A}" dt="2024-08-07T07:54:42.415" v="1045" actId="164"/>
          <ac:grpSpMkLst>
            <pc:docMk/>
            <pc:sldMk cId="262320550" sldId="410"/>
            <ac:grpSpMk id="5" creationId="{63A5E0B5-B843-2B17-64CD-97C28905C613}"/>
          </ac:grpSpMkLst>
        </pc:grpChg>
        <pc:grpChg chg="add mod">
          <ac:chgData name="Yunlong Jia" userId="6b7af21b-5f2a-4116-95e0-5cdc728d2113" providerId="ADAL" clId="{7AAE88DD-EA5E-0B49-9F00-4167057A708A}" dt="2024-08-07T07:55:14.465" v="1053" actId="1076"/>
          <ac:grpSpMkLst>
            <pc:docMk/>
            <pc:sldMk cId="262320550" sldId="410"/>
            <ac:grpSpMk id="15" creationId="{3CCECCB8-8663-B38D-9927-37236DD023AE}"/>
          </ac:grpSpMkLst>
        </pc:grpChg>
        <pc:grpChg chg="add mod">
          <ac:chgData name="Yunlong Jia" userId="6b7af21b-5f2a-4116-95e0-5cdc728d2113" providerId="ADAL" clId="{7AAE88DD-EA5E-0B49-9F00-4167057A708A}" dt="2024-08-07T07:55:21.201" v="1055" actId="14100"/>
          <ac:grpSpMkLst>
            <pc:docMk/>
            <pc:sldMk cId="262320550" sldId="410"/>
            <ac:grpSpMk id="16" creationId="{2A96D29A-87D9-5F9B-6D62-129ED7B0E842}"/>
          </ac:grpSpMkLst>
        </pc:grpChg>
        <pc:picChg chg="add del mod">
          <ac:chgData name="Yunlong Jia" userId="6b7af21b-5f2a-4116-95e0-5cdc728d2113" providerId="ADAL" clId="{7AAE88DD-EA5E-0B49-9F00-4167057A708A}" dt="2024-08-07T07:54:22.835" v="1038" actId="21"/>
          <ac:picMkLst>
            <pc:docMk/>
            <pc:sldMk cId="262320550" sldId="410"/>
            <ac:picMk id="2" creationId="{7BD6D8F7-F79A-C5A3-C797-94E0D37F50A2}"/>
          </ac:picMkLst>
        </pc:picChg>
        <pc:picChg chg="mod">
          <ac:chgData name="Yunlong Jia" userId="6b7af21b-5f2a-4116-95e0-5cdc728d2113" providerId="ADAL" clId="{7AAE88DD-EA5E-0B49-9F00-4167057A708A}" dt="2024-08-07T07:48:53.364" v="953"/>
          <ac:picMkLst>
            <pc:docMk/>
            <pc:sldMk cId="262320550" sldId="410"/>
            <ac:picMk id="7" creationId="{6AF1DE32-5723-D458-DD6A-BFCE31EA805D}"/>
          </ac:picMkLst>
        </pc:picChg>
        <pc:picChg chg="add mod">
          <ac:chgData name="Yunlong Jia" userId="6b7af21b-5f2a-4116-95e0-5cdc728d2113" providerId="ADAL" clId="{7AAE88DD-EA5E-0B49-9F00-4167057A708A}" dt="2024-08-07T07:55:00.429" v="1048" actId="164"/>
          <ac:picMkLst>
            <pc:docMk/>
            <pc:sldMk cId="262320550" sldId="410"/>
            <ac:picMk id="10" creationId="{6B0E5CE6-CA0C-3D01-8DA8-3BC1C7DFEEB8}"/>
          </ac:picMkLst>
        </pc:picChg>
        <pc:picChg chg="add mod">
          <ac:chgData name="Yunlong Jia" userId="6b7af21b-5f2a-4116-95e0-5cdc728d2113" providerId="ADAL" clId="{7AAE88DD-EA5E-0B49-9F00-4167057A708A}" dt="2024-08-07T08:00:58.459" v="1062" actId="1076"/>
          <ac:picMkLst>
            <pc:docMk/>
            <pc:sldMk cId="262320550" sldId="410"/>
            <ac:picMk id="17" creationId="{02D00613-BC4E-91CF-EDE1-25173D66C04F}"/>
          </ac:picMkLst>
        </pc:picChg>
      </pc:sldChg>
      <pc:sldChg chg="addSp modSp new mod modNotesTx">
        <pc:chgData name="Yunlong Jia" userId="6b7af21b-5f2a-4116-95e0-5cdc728d2113" providerId="ADAL" clId="{7AAE88DD-EA5E-0B49-9F00-4167057A708A}" dt="2024-08-07T08:09:50.942" v="1237" actId="1076"/>
        <pc:sldMkLst>
          <pc:docMk/>
          <pc:sldMk cId="1669098689" sldId="411"/>
        </pc:sldMkLst>
        <pc:spChg chg="mod">
          <ac:chgData name="Yunlong Jia" userId="6b7af21b-5f2a-4116-95e0-5cdc728d2113" providerId="ADAL" clId="{7AAE88DD-EA5E-0B49-9F00-4167057A708A}" dt="2024-08-07T07:54:46.182" v="1046"/>
          <ac:spMkLst>
            <pc:docMk/>
            <pc:sldMk cId="1669098689" sldId="411"/>
            <ac:spMk id="5" creationId="{BEC60B70-DADF-FEEC-8B68-65769CABB885}"/>
          </ac:spMkLst>
        </pc:spChg>
        <pc:spChg chg="mod">
          <ac:chgData name="Yunlong Jia" userId="6b7af21b-5f2a-4116-95e0-5cdc728d2113" providerId="ADAL" clId="{7AAE88DD-EA5E-0B49-9F00-4167057A708A}" dt="2024-08-07T07:54:46.182" v="1046"/>
          <ac:spMkLst>
            <pc:docMk/>
            <pc:sldMk cId="1669098689" sldId="411"/>
            <ac:spMk id="7" creationId="{6ABE0FA4-0F82-6DC0-556B-AC71DEEE2FC8}"/>
          </ac:spMkLst>
        </pc:spChg>
        <pc:spChg chg="add mod">
          <ac:chgData name="Yunlong Jia" userId="6b7af21b-5f2a-4116-95e0-5cdc728d2113" providerId="ADAL" clId="{7AAE88DD-EA5E-0B49-9F00-4167057A708A}" dt="2024-08-07T07:54:53.461" v="1047"/>
          <ac:spMkLst>
            <pc:docMk/>
            <pc:sldMk cId="1669098689" sldId="411"/>
            <ac:spMk id="8" creationId="{DEED3F35-2190-A7D8-0045-1C3F3442D20A}"/>
          </ac:spMkLst>
        </pc:spChg>
        <pc:spChg chg="add mod">
          <ac:chgData name="Yunlong Jia" userId="6b7af21b-5f2a-4116-95e0-5cdc728d2113" providerId="ADAL" clId="{7AAE88DD-EA5E-0B49-9F00-4167057A708A}" dt="2024-08-07T08:08:39.459" v="1215" actId="1076"/>
          <ac:spMkLst>
            <pc:docMk/>
            <pc:sldMk cId="1669098689" sldId="411"/>
            <ac:spMk id="9" creationId="{E9449CA4-A2A3-8395-107F-25F4E9DCA14E}"/>
          </ac:spMkLst>
        </pc:spChg>
        <pc:spChg chg="add mod">
          <ac:chgData name="Yunlong Jia" userId="6b7af21b-5f2a-4116-95e0-5cdc728d2113" providerId="ADAL" clId="{7AAE88DD-EA5E-0B49-9F00-4167057A708A}" dt="2024-08-07T08:09:13.104" v="1221" actId="1582"/>
          <ac:spMkLst>
            <pc:docMk/>
            <pc:sldMk cId="1669098689" sldId="411"/>
            <ac:spMk id="10" creationId="{41833F72-DD81-59B9-6157-6A4430D0136F}"/>
          </ac:spMkLst>
        </pc:spChg>
        <pc:spChg chg="add mod">
          <ac:chgData name="Yunlong Jia" userId="6b7af21b-5f2a-4116-95e0-5cdc728d2113" providerId="ADAL" clId="{7AAE88DD-EA5E-0B49-9F00-4167057A708A}" dt="2024-08-07T08:09:19.517" v="1223" actId="1076"/>
          <ac:spMkLst>
            <pc:docMk/>
            <pc:sldMk cId="1669098689" sldId="411"/>
            <ac:spMk id="11" creationId="{01D4C82B-B025-6F11-3749-C6F226EA246E}"/>
          </ac:spMkLst>
        </pc:spChg>
        <pc:spChg chg="add mod">
          <ac:chgData name="Yunlong Jia" userId="6b7af21b-5f2a-4116-95e0-5cdc728d2113" providerId="ADAL" clId="{7AAE88DD-EA5E-0B49-9F00-4167057A708A}" dt="2024-08-07T08:09:44.566" v="1234" actId="1076"/>
          <ac:spMkLst>
            <pc:docMk/>
            <pc:sldMk cId="1669098689" sldId="411"/>
            <ac:spMk id="13" creationId="{8E341BB6-C248-24DB-2AAA-882D0DC9E271}"/>
          </ac:spMkLst>
        </pc:spChg>
        <pc:spChg chg="add mod">
          <ac:chgData name="Yunlong Jia" userId="6b7af21b-5f2a-4116-95e0-5cdc728d2113" providerId="ADAL" clId="{7AAE88DD-EA5E-0B49-9F00-4167057A708A}" dt="2024-08-07T08:09:50.942" v="1237" actId="1076"/>
          <ac:spMkLst>
            <pc:docMk/>
            <pc:sldMk cId="1669098689" sldId="411"/>
            <ac:spMk id="14" creationId="{368213AD-59EB-A8A6-28FE-19A7575A97A7}"/>
          </ac:spMkLst>
        </pc:spChg>
        <pc:grpChg chg="add mod">
          <ac:chgData name="Yunlong Jia" userId="6b7af21b-5f2a-4116-95e0-5cdc728d2113" providerId="ADAL" clId="{7AAE88DD-EA5E-0B49-9F00-4167057A708A}" dt="2024-08-07T08:08:15.660" v="1212" actId="1076"/>
          <ac:grpSpMkLst>
            <pc:docMk/>
            <pc:sldMk cId="1669098689" sldId="411"/>
            <ac:grpSpMk id="3" creationId="{5DA24E5D-2063-608A-97B4-96EFD47EC908}"/>
          </ac:grpSpMkLst>
        </pc:grpChg>
        <pc:grpChg chg="mod">
          <ac:chgData name="Yunlong Jia" userId="6b7af21b-5f2a-4116-95e0-5cdc728d2113" providerId="ADAL" clId="{7AAE88DD-EA5E-0B49-9F00-4167057A708A}" dt="2024-08-07T07:54:46.182" v="1046"/>
          <ac:grpSpMkLst>
            <pc:docMk/>
            <pc:sldMk cId="1669098689" sldId="411"/>
            <ac:grpSpMk id="4" creationId="{24E60DC0-71C0-1218-2B9E-457AD2213205}"/>
          </ac:grpSpMkLst>
        </pc:grpChg>
        <pc:picChg chg="add mod">
          <ac:chgData name="Yunlong Jia" userId="6b7af21b-5f2a-4116-95e0-5cdc728d2113" providerId="ADAL" clId="{7AAE88DD-EA5E-0B49-9F00-4167057A708A}" dt="2024-08-07T07:54:34.932" v="1044" actId="1076"/>
          <ac:picMkLst>
            <pc:docMk/>
            <pc:sldMk cId="1669098689" sldId="411"/>
            <ac:picMk id="2" creationId="{CD715C48-17B5-49FC-AAF1-5D7674B21B17}"/>
          </ac:picMkLst>
        </pc:picChg>
        <pc:picChg chg="mod">
          <ac:chgData name="Yunlong Jia" userId="6b7af21b-5f2a-4116-95e0-5cdc728d2113" providerId="ADAL" clId="{7AAE88DD-EA5E-0B49-9F00-4167057A708A}" dt="2024-08-07T07:54:46.182" v="1046"/>
          <ac:picMkLst>
            <pc:docMk/>
            <pc:sldMk cId="1669098689" sldId="411"/>
            <ac:picMk id="6" creationId="{8C8ACD05-F1B9-85F0-9868-BAC9E693E7A4}"/>
          </ac:picMkLst>
        </pc:picChg>
      </pc:sldChg>
      <pc:sldChg chg="addSp delSp modSp new mod">
        <pc:chgData name="Yunlong Jia" userId="6b7af21b-5f2a-4116-95e0-5cdc728d2113" providerId="ADAL" clId="{7AAE88DD-EA5E-0B49-9F00-4167057A708A}" dt="2024-08-07T08:20:24.142" v="1423" actId="164"/>
        <pc:sldMkLst>
          <pc:docMk/>
          <pc:sldMk cId="590672205" sldId="412"/>
        </pc:sldMkLst>
        <pc:spChg chg="add mod">
          <ac:chgData name="Yunlong Jia" userId="6b7af21b-5f2a-4116-95e0-5cdc728d2113" providerId="ADAL" clId="{7AAE88DD-EA5E-0B49-9F00-4167057A708A}" dt="2024-08-07T08:13:51.415" v="1256" actId="20577"/>
          <ac:spMkLst>
            <pc:docMk/>
            <pc:sldMk cId="590672205" sldId="412"/>
            <ac:spMk id="2" creationId="{2480E049-3D59-CCBA-D6F1-5A38C8C1E33A}"/>
          </ac:spMkLst>
        </pc:spChg>
        <pc:spChg chg="del mod topLvl">
          <ac:chgData name="Yunlong Jia" userId="6b7af21b-5f2a-4116-95e0-5cdc728d2113" providerId="ADAL" clId="{7AAE88DD-EA5E-0B49-9F00-4167057A708A}" dt="2024-08-07T08:14:09.301" v="1258" actId="478"/>
          <ac:spMkLst>
            <pc:docMk/>
            <pc:sldMk cId="590672205" sldId="412"/>
            <ac:spMk id="5" creationId="{05229D02-546B-A113-7E5E-81B13606F59A}"/>
          </ac:spMkLst>
        </pc:spChg>
        <pc:spChg chg="mod">
          <ac:chgData name="Yunlong Jia" userId="6b7af21b-5f2a-4116-95e0-5cdc728d2113" providerId="ADAL" clId="{7AAE88DD-EA5E-0B49-9F00-4167057A708A}" dt="2024-08-07T08:14:05.005" v="1257"/>
          <ac:spMkLst>
            <pc:docMk/>
            <pc:sldMk cId="590672205" sldId="412"/>
            <ac:spMk id="7" creationId="{22866422-B06D-CC4B-D81E-1A15F0A67D77}"/>
          </ac:spMkLst>
        </pc:spChg>
        <pc:spChg chg="add mod">
          <ac:chgData name="Yunlong Jia" userId="6b7af21b-5f2a-4116-95e0-5cdc728d2113" providerId="ADAL" clId="{7AAE88DD-EA5E-0B49-9F00-4167057A708A}" dt="2024-08-07T08:20:19.001" v="1422" actId="1076"/>
          <ac:spMkLst>
            <pc:docMk/>
            <pc:sldMk cId="590672205" sldId="412"/>
            <ac:spMk id="9" creationId="{B37A6625-F768-B1F5-5E6D-6F064B4BDD93}"/>
          </ac:spMkLst>
        </pc:spChg>
        <pc:spChg chg="add mod">
          <ac:chgData name="Yunlong Jia" userId="6b7af21b-5f2a-4116-95e0-5cdc728d2113" providerId="ADAL" clId="{7AAE88DD-EA5E-0B49-9F00-4167057A708A}" dt="2024-08-07T08:20:24.142" v="1423" actId="164"/>
          <ac:spMkLst>
            <pc:docMk/>
            <pc:sldMk cId="590672205" sldId="412"/>
            <ac:spMk id="10" creationId="{3E41FCAA-A86A-D894-E71B-6918E872362D}"/>
          </ac:spMkLst>
        </pc:spChg>
        <pc:spChg chg="add mod">
          <ac:chgData name="Yunlong Jia" userId="6b7af21b-5f2a-4116-95e0-5cdc728d2113" providerId="ADAL" clId="{7AAE88DD-EA5E-0B49-9F00-4167057A708A}" dt="2024-08-07T08:20:24.142" v="1423" actId="164"/>
          <ac:spMkLst>
            <pc:docMk/>
            <pc:sldMk cId="590672205" sldId="412"/>
            <ac:spMk id="11" creationId="{A10AF6C5-F383-9171-DDD0-77AAD8DB0E33}"/>
          </ac:spMkLst>
        </pc:spChg>
        <pc:spChg chg="add mod">
          <ac:chgData name="Yunlong Jia" userId="6b7af21b-5f2a-4116-95e0-5cdc728d2113" providerId="ADAL" clId="{7AAE88DD-EA5E-0B49-9F00-4167057A708A}" dt="2024-08-07T08:20:24.142" v="1423" actId="164"/>
          <ac:spMkLst>
            <pc:docMk/>
            <pc:sldMk cId="590672205" sldId="412"/>
            <ac:spMk id="12" creationId="{C6842849-C00F-EB69-52D6-1036BEDE3324}"/>
          </ac:spMkLst>
        </pc:spChg>
        <pc:spChg chg="add mod">
          <ac:chgData name="Yunlong Jia" userId="6b7af21b-5f2a-4116-95e0-5cdc728d2113" providerId="ADAL" clId="{7AAE88DD-EA5E-0B49-9F00-4167057A708A}" dt="2024-08-07T08:20:24.142" v="1423" actId="164"/>
          <ac:spMkLst>
            <pc:docMk/>
            <pc:sldMk cId="590672205" sldId="412"/>
            <ac:spMk id="13" creationId="{296DD7AE-9795-2D47-8178-4D8D66192BA3}"/>
          </ac:spMkLst>
        </pc:spChg>
        <pc:grpChg chg="add del mod">
          <ac:chgData name="Yunlong Jia" userId="6b7af21b-5f2a-4116-95e0-5cdc728d2113" providerId="ADAL" clId="{7AAE88DD-EA5E-0B49-9F00-4167057A708A}" dt="2024-08-07T08:14:09.301" v="1258" actId="478"/>
          <ac:grpSpMkLst>
            <pc:docMk/>
            <pc:sldMk cId="590672205" sldId="412"/>
            <ac:grpSpMk id="3" creationId="{8A2312F7-36FF-C08E-55E8-0A92D69982BD}"/>
          </ac:grpSpMkLst>
        </pc:grpChg>
        <pc:grpChg chg="mod topLvl">
          <ac:chgData name="Yunlong Jia" userId="6b7af21b-5f2a-4116-95e0-5cdc728d2113" providerId="ADAL" clId="{7AAE88DD-EA5E-0B49-9F00-4167057A708A}" dt="2024-08-07T08:20:24.142" v="1423" actId="164"/>
          <ac:grpSpMkLst>
            <pc:docMk/>
            <pc:sldMk cId="590672205" sldId="412"/>
            <ac:grpSpMk id="4" creationId="{ABD764F0-08CA-F29D-81D0-4B6FC7EA4378}"/>
          </ac:grpSpMkLst>
        </pc:grpChg>
        <pc:grpChg chg="add mod">
          <ac:chgData name="Yunlong Jia" userId="6b7af21b-5f2a-4116-95e0-5cdc728d2113" providerId="ADAL" clId="{7AAE88DD-EA5E-0B49-9F00-4167057A708A}" dt="2024-08-07T08:20:24.142" v="1423" actId="164"/>
          <ac:grpSpMkLst>
            <pc:docMk/>
            <pc:sldMk cId="590672205" sldId="412"/>
            <ac:grpSpMk id="14" creationId="{0F24829B-7137-F060-5108-99187EC11EA4}"/>
          </ac:grpSpMkLst>
        </pc:grpChg>
        <pc:picChg chg="mod">
          <ac:chgData name="Yunlong Jia" userId="6b7af21b-5f2a-4116-95e0-5cdc728d2113" providerId="ADAL" clId="{7AAE88DD-EA5E-0B49-9F00-4167057A708A}" dt="2024-08-07T08:14:05.005" v="1257"/>
          <ac:picMkLst>
            <pc:docMk/>
            <pc:sldMk cId="590672205" sldId="412"/>
            <ac:picMk id="6" creationId="{13C864C1-87EB-17CE-03E2-4F62A7B0DA5D}"/>
          </ac:picMkLst>
        </pc:picChg>
        <pc:picChg chg="add mod">
          <ac:chgData name="Yunlong Jia" userId="6b7af21b-5f2a-4116-95e0-5cdc728d2113" providerId="ADAL" clId="{7AAE88DD-EA5E-0B49-9F00-4167057A708A}" dt="2024-08-07T08:15:56.339" v="1265" actId="1076"/>
          <ac:picMkLst>
            <pc:docMk/>
            <pc:sldMk cId="590672205" sldId="412"/>
            <ac:picMk id="8" creationId="{1F6CE6BB-91E5-77D9-00D6-CA5F5AD6D2EF}"/>
          </ac:picMkLst>
        </pc:picChg>
      </pc:sldChg>
      <pc:sldChg chg="addSp delSp modSp new mod modNotesTx">
        <pc:chgData name="Yunlong Jia" userId="6b7af21b-5f2a-4116-95e0-5cdc728d2113" providerId="ADAL" clId="{7AAE88DD-EA5E-0B49-9F00-4167057A708A}" dt="2024-08-07T08:51:05.214" v="1553" actId="207"/>
        <pc:sldMkLst>
          <pc:docMk/>
          <pc:sldMk cId="3620286195" sldId="413"/>
        </pc:sldMkLst>
        <pc:spChg chg="add mod">
          <ac:chgData name="Yunlong Jia" userId="6b7af21b-5f2a-4116-95e0-5cdc728d2113" providerId="ADAL" clId="{7AAE88DD-EA5E-0B49-9F00-4167057A708A}" dt="2024-08-07T08:25:48.471" v="1425"/>
          <ac:spMkLst>
            <pc:docMk/>
            <pc:sldMk cId="3620286195" sldId="413"/>
            <ac:spMk id="2" creationId="{E2D2D77E-F847-BFD2-50B9-56567400D290}"/>
          </ac:spMkLst>
        </pc:spChg>
        <pc:spChg chg="add mod">
          <ac:chgData name="Yunlong Jia" userId="6b7af21b-5f2a-4116-95e0-5cdc728d2113" providerId="ADAL" clId="{7AAE88DD-EA5E-0B49-9F00-4167057A708A}" dt="2024-08-07T08:38:00.945" v="1464" actId="1076"/>
          <ac:spMkLst>
            <pc:docMk/>
            <pc:sldMk cId="3620286195" sldId="413"/>
            <ac:spMk id="4" creationId="{1943510B-3408-8076-A08E-1BC3D85C0F59}"/>
          </ac:spMkLst>
        </pc:spChg>
        <pc:spChg chg="del mod">
          <ac:chgData name="Yunlong Jia" userId="6b7af21b-5f2a-4116-95e0-5cdc728d2113" providerId="ADAL" clId="{7AAE88DD-EA5E-0B49-9F00-4167057A708A}" dt="2024-08-07T08:29:41.123" v="1455" actId="478"/>
          <ac:spMkLst>
            <pc:docMk/>
            <pc:sldMk cId="3620286195" sldId="413"/>
            <ac:spMk id="7" creationId="{8DE5FA6C-EE99-A69E-4DB9-0266F2BD9A32}"/>
          </ac:spMkLst>
        </pc:spChg>
        <pc:spChg chg="del mod">
          <ac:chgData name="Yunlong Jia" userId="6b7af21b-5f2a-4116-95e0-5cdc728d2113" providerId="ADAL" clId="{7AAE88DD-EA5E-0B49-9F00-4167057A708A}" dt="2024-08-07T08:29:43.341" v="1456" actId="478"/>
          <ac:spMkLst>
            <pc:docMk/>
            <pc:sldMk cId="3620286195" sldId="413"/>
            <ac:spMk id="8" creationId="{FCD3CA35-38D6-4625-D36C-209CCDAB3FC0}"/>
          </ac:spMkLst>
        </pc:spChg>
        <pc:spChg chg="del mod">
          <ac:chgData name="Yunlong Jia" userId="6b7af21b-5f2a-4116-95e0-5cdc728d2113" providerId="ADAL" clId="{7AAE88DD-EA5E-0B49-9F00-4167057A708A}" dt="2024-08-07T08:29:46.572" v="1457" actId="478"/>
          <ac:spMkLst>
            <pc:docMk/>
            <pc:sldMk cId="3620286195" sldId="413"/>
            <ac:spMk id="9" creationId="{B8BE881D-91B8-DCCE-2F09-277E7E5E9A15}"/>
          </ac:spMkLst>
        </pc:spChg>
        <pc:spChg chg="mod">
          <ac:chgData name="Yunlong Jia" userId="6b7af21b-5f2a-4116-95e0-5cdc728d2113" providerId="ADAL" clId="{7AAE88DD-EA5E-0B49-9F00-4167057A708A}" dt="2024-08-07T08:29:35.907" v="1453"/>
          <ac:spMkLst>
            <pc:docMk/>
            <pc:sldMk cId="3620286195" sldId="413"/>
            <ac:spMk id="10" creationId="{4B6F44E1-EE74-DBF6-D57D-8846B2F25BF3}"/>
          </ac:spMkLst>
        </pc:spChg>
        <pc:spChg chg="mod">
          <ac:chgData name="Yunlong Jia" userId="6b7af21b-5f2a-4116-95e0-5cdc728d2113" providerId="ADAL" clId="{7AAE88DD-EA5E-0B49-9F00-4167057A708A}" dt="2024-08-07T08:29:35.907" v="1453"/>
          <ac:spMkLst>
            <pc:docMk/>
            <pc:sldMk cId="3620286195" sldId="413"/>
            <ac:spMk id="12" creationId="{2917B7C4-EFC4-329B-A79C-7CF5F07584DA}"/>
          </ac:spMkLst>
        </pc:spChg>
        <pc:spChg chg="add mod">
          <ac:chgData name="Yunlong Jia" userId="6b7af21b-5f2a-4116-95e0-5cdc728d2113" providerId="ADAL" clId="{7AAE88DD-EA5E-0B49-9F00-4167057A708A}" dt="2024-08-07T08:38:32.521" v="1471" actId="164"/>
          <ac:spMkLst>
            <pc:docMk/>
            <pc:sldMk cId="3620286195" sldId="413"/>
            <ac:spMk id="14" creationId="{ED8E684D-C4D9-226A-0F1C-AED4B237098D}"/>
          </ac:spMkLst>
        </pc:spChg>
        <pc:spChg chg="add mod">
          <ac:chgData name="Yunlong Jia" userId="6b7af21b-5f2a-4116-95e0-5cdc728d2113" providerId="ADAL" clId="{7AAE88DD-EA5E-0B49-9F00-4167057A708A}" dt="2024-08-07T08:49:35.713" v="1485" actId="14100"/>
          <ac:spMkLst>
            <pc:docMk/>
            <pc:sldMk cId="3620286195" sldId="413"/>
            <ac:spMk id="17" creationId="{9E3549CB-0F55-721A-1972-3B83A76D4950}"/>
          </ac:spMkLst>
        </pc:spChg>
        <pc:spChg chg="add mod">
          <ac:chgData name="Yunlong Jia" userId="6b7af21b-5f2a-4116-95e0-5cdc728d2113" providerId="ADAL" clId="{7AAE88DD-EA5E-0B49-9F00-4167057A708A}" dt="2024-08-07T08:50:36.143" v="1535" actId="1038"/>
          <ac:spMkLst>
            <pc:docMk/>
            <pc:sldMk cId="3620286195" sldId="413"/>
            <ac:spMk id="19" creationId="{F5117E36-A792-F946-5935-F1C12DA50AB9}"/>
          </ac:spMkLst>
        </pc:spChg>
        <pc:spChg chg="add mod">
          <ac:chgData name="Yunlong Jia" userId="6b7af21b-5f2a-4116-95e0-5cdc728d2113" providerId="ADAL" clId="{7AAE88DD-EA5E-0B49-9F00-4167057A708A}" dt="2024-08-07T08:51:05.214" v="1553" actId="207"/>
          <ac:spMkLst>
            <pc:docMk/>
            <pc:sldMk cId="3620286195" sldId="413"/>
            <ac:spMk id="23" creationId="{5870C586-4952-1EA3-6C22-B119A1B8E4AA}"/>
          </ac:spMkLst>
        </pc:spChg>
        <pc:grpChg chg="add mod">
          <ac:chgData name="Yunlong Jia" userId="6b7af21b-5f2a-4116-95e0-5cdc728d2113" providerId="ADAL" clId="{7AAE88DD-EA5E-0B49-9F00-4167057A708A}" dt="2024-08-07T08:29:52.787" v="1459" actId="1076"/>
          <ac:grpSpMkLst>
            <pc:docMk/>
            <pc:sldMk cId="3620286195" sldId="413"/>
            <ac:grpSpMk id="5" creationId="{94195208-FE81-584F-591D-E4A386512048}"/>
          </ac:grpSpMkLst>
        </pc:grpChg>
        <pc:grpChg chg="mod">
          <ac:chgData name="Yunlong Jia" userId="6b7af21b-5f2a-4116-95e0-5cdc728d2113" providerId="ADAL" clId="{7AAE88DD-EA5E-0B49-9F00-4167057A708A}" dt="2024-08-07T08:29:35.907" v="1453"/>
          <ac:grpSpMkLst>
            <pc:docMk/>
            <pc:sldMk cId="3620286195" sldId="413"/>
            <ac:grpSpMk id="6" creationId="{6B23D39F-3DEE-D730-12AB-70825604FC79}"/>
          </ac:grpSpMkLst>
        </pc:grpChg>
        <pc:grpChg chg="add mod">
          <ac:chgData name="Yunlong Jia" userId="6b7af21b-5f2a-4116-95e0-5cdc728d2113" providerId="ADAL" clId="{7AAE88DD-EA5E-0B49-9F00-4167057A708A}" dt="2024-08-07T08:48:46.577" v="1475" actId="1076"/>
          <ac:grpSpMkLst>
            <pc:docMk/>
            <pc:sldMk cId="3620286195" sldId="413"/>
            <ac:grpSpMk id="15" creationId="{17E36174-BD8F-CAD9-469B-C255A54D3C32}"/>
          </ac:grpSpMkLst>
        </pc:grpChg>
        <pc:picChg chg="mod">
          <ac:chgData name="Yunlong Jia" userId="6b7af21b-5f2a-4116-95e0-5cdc728d2113" providerId="ADAL" clId="{7AAE88DD-EA5E-0B49-9F00-4167057A708A}" dt="2024-08-07T08:29:35.907" v="1453"/>
          <ac:picMkLst>
            <pc:docMk/>
            <pc:sldMk cId="3620286195" sldId="413"/>
            <ac:picMk id="11" creationId="{34E7A9EB-8F1A-721E-F8F5-1A90DC7AFF4F}"/>
          </ac:picMkLst>
        </pc:picChg>
        <pc:picChg chg="add mod">
          <ac:chgData name="Yunlong Jia" userId="6b7af21b-5f2a-4116-95e0-5cdc728d2113" providerId="ADAL" clId="{7AAE88DD-EA5E-0B49-9F00-4167057A708A}" dt="2024-08-07T08:38:32.521" v="1471" actId="164"/>
          <ac:picMkLst>
            <pc:docMk/>
            <pc:sldMk cId="3620286195" sldId="413"/>
            <ac:picMk id="13" creationId="{4AD64322-D4F8-F8BF-240F-130A6DCB1C8B}"/>
          </ac:picMkLst>
        </pc:picChg>
        <pc:picChg chg="add mod">
          <ac:chgData name="Yunlong Jia" userId="6b7af21b-5f2a-4116-95e0-5cdc728d2113" providerId="ADAL" clId="{7AAE88DD-EA5E-0B49-9F00-4167057A708A}" dt="2024-08-07T08:48:57.286" v="1479" actId="1076"/>
          <ac:picMkLst>
            <pc:docMk/>
            <pc:sldMk cId="3620286195" sldId="413"/>
            <ac:picMk id="16" creationId="{10A88B47-7018-D23D-AC6D-B498064F1B53}"/>
          </ac:picMkLst>
        </pc:picChg>
        <pc:cxnChg chg="add mod">
          <ac:chgData name="Yunlong Jia" userId="6b7af21b-5f2a-4116-95e0-5cdc728d2113" providerId="ADAL" clId="{7AAE88DD-EA5E-0B49-9F00-4167057A708A}" dt="2024-08-07T08:50:30.451" v="1528" actId="1582"/>
          <ac:cxnSpMkLst>
            <pc:docMk/>
            <pc:sldMk cId="3620286195" sldId="413"/>
            <ac:cxnSpMk id="21" creationId="{9016CB53-C237-9011-DAB2-2E42292B9EC7}"/>
          </ac:cxnSpMkLst>
        </pc:cxnChg>
      </pc:sldChg>
      <pc:sldChg chg="addSp delSp modSp new mod">
        <pc:chgData name="Yunlong Jia" userId="6b7af21b-5f2a-4116-95e0-5cdc728d2113" providerId="ADAL" clId="{7AAE88DD-EA5E-0B49-9F00-4167057A708A}" dt="2024-08-07T10:18:11.467" v="1649" actId="403"/>
        <pc:sldMkLst>
          <pc:docMk/>
          <pc:sldMk cId="1596286795" sldId="414"/>
        </pc:sldMkLst>
        <pc:spChg chg="add mod">
          <ac:chgData name="Yunlong Jia" userId="6b7af21b-5f2a-4116-95e0-5cdc728d2113" providerId="ADAL" clId="{7AAE88DD-EA5E-0B49-9F00-4167057A708A}" dt="2024-08-07T10:17:48.320" v="1639" actId="1076"/>
          <ac:spMkLst>
            <pc:docMk/>
            <pc:sldMk cId="1596286795" sldId="414"/>
            <ac:spMk id="2" creationId="{C5A8CE79-0D04-1E0D-AEED-E59BDE0B3BA5}"/>
          </ac:spMkLst>
        </pc:spChg>
        <pc:spChg chg="add del mod">
          <ac:chgData name="Yunlong Jia" userId="6b7af21b-5f2a-4116-95e0-5cdc728d2113" providerId="ADAL" clId="{7AAE88DD-EA5E-0B49-9F00-4167057A708A}" dt="2024-08-07T08:52:04.015" v="1564" actId="478"/>
          <ac:spMkLst>
            <pc:docMk/>
            <pc:sldMk cId="1596286795" sldId="414"/>
            <ac:spMk id="3" creationId="{8498CBB7-6C9A-02EC-02D3-251D7CF55A6B}"/>
          </ac:spMkLst>
        </pc:spChg>
        <pc:spChg chg="add mod">
          <ac:chgData name="Yunlong Jia" userId="6b7af21b-5f2a-4116-95e0-5cdc728d2113" providerId="ADAL" clId="{7AAE88DD-EA5E-0B49-9F00-4167057A708A}" dt="2024-08-07T10:18:11.467" v="1649" actId="403"/>
          <ac:spMkLst>
            <pc:docMk/>
            <pc:sldMk cId="1596286795" sldId="414"/>
            <ac:spMk id="4" creationId="{78B633F6-F4C8-8216-2D10-0F8FC9009186}"/>
          </ac:spMkLst>
        </pc:spChg>
        <pc:picChg chg="add mod">
          <ac:chgData name="Yunlong Jia" userId="6b7af21b-5f2a-4116-95e0-5cdc728d2113" providerId="ADAL" clId="{7AAE88DD-EA5E-0B49-9F00-4167057A708A}" dt="2024-08-07T10:18:06.596" v="1648" actId="1076"/>
          <ac:picMkLst>
            <pc:docMk/>
            <pc:sldMk cId="1596286795" sldId="414"/>
            <ac:picMk id="6" creationId="{9D137BE7-6B01-8992-E481-CAFA92759D5B}"/>
          </ac:picMkLst>
        </pc:picChg>
        <pc:picChg chg="add mod">
          <ac:chgData name="Yunlong Jia" userId="6b7af21b-5f2a-4116-95e0-5cdc728d2113" providerId="ADAL" clId="{7AAE88DD-EA5E-0B49-9F00-4167057A708A}" dt="2024-08-07T10:18:03.674" v="1647" actId="14100"/>
          <ac:picMkLst>
            <pc:docMk/>
            <pc:sldMk cId="1596286795" sldId="414"/>
            <ac:picMk id="7" creationId="{60D74C63-963D-7690-8F24-9A4DD54ED34B}"/>
          </ac:picMkLst>
        </pc:picChg>
      </pc:sldChg>
      <pc:sldChg chg="addSp modSp new mod">
        <pc:chgData name="Yunlong Jia" userId="6b7af21b-5f2a-4116-95e0-5cdc728d2113" providerId="ADAL" clId="{7AAE88DD-EA5E-0B49-9F00-4167057A708A}" dt="2024-08-07T10:50:04.328" v="1738" actId="1076"/>
        <pc:sldMkLst>
          <pc:docMk/>
          <pc:sldMk cId="1872310696" sldId="415"/>
        </pc:sldMkLst>
        <pc:spChg chg="add mod">
          <ac:chgData name="Yunlong Jia" userId="6b7af21b-5f2a-4116-95e0-5cdc728d2113" providerId="ADAL" clId="{7AAE88DD-EA5E-0B49-9F00-4167057A708A}" dt="2024-08-07T10:50:04.328" v="1738" actId="1076"/>
          <ac:spMkLst>
            <pc:docMk/>
            <pc:sldMk cId="1872310696" sldId="415"/>
            <ac:spMk id="2" creationId="{E23AD5FA-6B18-BFEA-4510-89CCD2F3E512}"/>
          </ac:spMkLst>
        </pc:spChg>
        <pc:spChg chg="add mod">
          <ac:chgData name="Yunlong Jia" userId="6b7af21b-5f2a-4116-95e0-5cdc728d2113" providerId="ADAL" clId="{7AAE88DD-EA5E-0B49-9F00-4167057A708A}" dt="2024-08-07T10:49:54.444" v="1733" actId="1037"/>
          <ac:spMkLst>
            <pc:docMk/>
            <pc:sldMk cId="1872310696" sldId="415"/>
            <ac:spMk id="4" creationId="{8220F511-9AA9-A275-7EE8-DADA26F23C70}"/>
          </ac:spMkLst>
        </pc:spChg>
        <pc:picChg chg="add mod">
          <ac:chgData name="Yunlong Jia" userId="6b7af21b-5f2a-4116-95e0-5cdc728d2113" providerId="ADAL" clId="{7AAE88DD-EA5E-0B49-9F00-4167057A708A}" dt="2024-08-07T10:49:46.823" v="1716" actId="1440"/>
          <ac:picMkLst>
            <pc:docMk/>
            <pc:sldMk cId="1872310696" sldId="415"/>
            <ac:picMk id="3" creationId="{41E0C563-95F1-631E-E27E-BAADDF3A64DE}"/>
          </ac:picMkLst>
        </pc:picChg>
        <pc:picChg chg="add mod">
          <ac:chgData name="Yunlong Jia" userId="6b7af21b-5f2a-4116-95e0-5cdc728d2113" providerId="ADAL" clId="{7AAE88DD-EA5E-0B49-9F00-4167057A708A}" dt="2024-08-07T10:49:45.182" v="1715" actId="1440"/>
          <ac:picMkLst>
            <pc:docMk/>
            <pc:sldMk cId="1872310696" sldId="415"/>
            <ac:picMk id="5" creationId="{BB1F599A-BBA6-1612-F2FD-B9AF89C29930}"/>
          </ac:picMkLst>
        </pc:picChg>
      </pc:sldChg>
      <pc:sldChg chg="addSp delSp modSp new mod modNotesTx">
        <pc:chgData name="Yunlong Jia" userId="6b7af21b-5f2a-4116-95e0-5cdc728d2113" providerId="ADAL" clId="{7AAE88DD-EA5E-0B49-9F00-4167057A708A}" dt="2024-08-07T13:30:02.475" v="2038"/>
        <pc:sldMkLst>
          <pc:docMk/>
          <pc:sldMk cId="1975778669" sldId="416"/>
        </pc:sldMkLst>
        <pc:spChg chg="add mod">
          <ac:chgData name="Yunlong Jia" userId="6b7af21b-5f2a-4116-95e0-5cdc728d2113" providerId="ADAL" clId="{7AAE88DD-EA5E-0B49-9F00-4167057A708A}" dt="2024-08-07T10:58:52.149" v="1786" actId="1076"/>
          <ac:spMkLst>
            <pc:docMk/>
            <pc:sldMk cId="1975778669" sldId="416"/>
            <ac:spMk id="4" creationId="{518EEDF9-299E-353C-EEF8-A122B28A6579}"/>
          </ac:spMkLst>
        </pc:spChg>
        <pc:spChg chg="add del">
          <ac:chgData name="Yunlong Jia" userId="6b7af21b-5f2a-4116-95e0-5cdc728d2113" providerId="ADAL" clId="{7AAE88DD-EA5E-0B49-9F00-4167057A708A}" dt="2024-08-07T13:26:22.284" v="1973" actId="478"/>
          <ac:spMkLst>
            <pc:docMk/>
            <pc:sldMk cId="1975778669" sldId="416"/>
            <ac:spMk id="7" creationId="{3A5896FC-10E9-9776-54A8-CB30FBFAC10D}"/>
          </ac:spMkLst>
        </pc:spChg>
        <pc:spChg chg="add mod">
          <ac:chgData name="Yunlong Jia" userId="6b7af21b-5f2a-4116-95e0-5cdc728d2113" providerId="ADAL" clId="{7AAE88DD-EA5E-0B49-9F00-4167057A708A}" dt="2024-08-07T13:26:55.754" v="1977" actId="1582"/>
          <ac:spMkLst>
            <pc:docMk/>
            <pc:sldMk cId="1975778669" sldId="416"/>
            <ac:spMk id="8" creationId="{761B932B-4406-799C-8792-AE35F0652BB1}"/>
          </ac:spMkLst>
        </pc:spChg>
        <pc:spChg chg="add mod">
          <ac:chgData name="Yunlong Jia" userId="6b7af21b-5f2a-4116-95e0-5cdc728d2113" providerId="ADAL" clId="{7AAE88DD-EA5E-0B49-9F00-4167057A708A}" dt="2024-08-07T13:27:26.703" v="1981" actId="1582"/>
          <ac:spMkLst>
            <pc:docMk/>
            <pc:sldMk cId="1975778669" sldId="416"/>
            <ac:spMk id="9" creationId="{A596D891-819E-47B9-F6E6-0B134CA8BB3C}"/>
          </ac:spMkLst>
        </pc:spChg>
        <pc:spChg chg="add mod">
          <ac:chgData name="Yunlong Jia" userId="6b7af21b-5f2a-4116-95e0-5cdc728d2113" providerId="ADAL" clId="{7AAE88DD-EA5E-0B49-9F00-4167057A708A}" dt="2024-08-07T13:28:00.031" v="1985" actId="1582"/>
          <ac:spMkLst>
            <pc:docMk/>
            <pc:sldMk cId="1975778669" sldId="416"/>
            <ac:spMk id="10" creationId="{123AB8A7-1C32-F57F-1C7A-1FC5AE855841}"/>
          </ac:spMkLst>
        </pc:spChg>
        <pc:spChg chg="add mod">
          <ac:chgData name="Yunlong Jia" userId="6b7af21b-5f2a-4116-95e0-5cdc728d2113" providerId="ADAL" clId="{7AAE88DD-EA5E-0B49-9F00-4167057A708A}" dt="2024-08-07T13:28:43.767" v="1999" actId="1076"/>
          <ac:spMkLst>
            <pc:docMk/>
            <pc:sldMk cId="1975778669" sldId="416"/>
            <ac:spMk id="12" creationId="{605B8C64-2227-58C0-9E74-F08EF2DE828D}"/>
          </ac:spMkLst>
        </pc:spChg>
        <pc:spChg chg="add mod">
          <ac:chgData name="Yunlong Jia" userId="6b7af21b-5f2a-4116-95e0-5cdc728d2113" providerId="ADAL" clId="{7AAE88DD-EA5E-0B49-9F00-4167057A708A}" dt="2024-08-07T13:29:02.132" v="2011" actId="207"/>
          <ac:spMkLst>
            <pc:docMk/>
            <pc:sldMk cId="1975778669" sldId="416"/>
            <ac:spMk id="13" creationId="{0DE11C58-6703-C3AA-CCE3-8E19BF71CF6C}"/>
          </ac:spMkLst>
        </pc:spChg>
        <pc:spChg chg="add mod">
          <ac:chgData name="Yunlong Jia" userId="6b7af21b-5f2a-4116-95e0-5cdc728d2113" providerId="ADAL" clId="{7AAE88DD-EA5E-0B49-9F00-4167057A708A}" dt="2024-08-07T13:29:24.283" v="2028" actId="207"/>
          <ac:spMkLst>
            <pc:docMk/>
            <pc:sldMk cId="1975778669" sldId="416"/>
            <ac:spMk id="14" creationId="{E4E7746D-6D31-8E01-7253-A39B4E88909D}"/>
          </ac:spMkLst>
        </pc:spChg>
        <pc:spChg chg="add del mod">
          <ac:chgData name="Yunlong Jia" userId="6b7af21b-5f2a-4116-95e0-5cdc728d2113" providerId="ADAL" clId="{7AAE88DD-EA5E-0B49-9F00-4167057A708A}" dt="2024-08-07T13:30:02.475" v="2038"/>
          <ac:spMkLst>
            <pc:docMk/>
            <pc:sldMk cId="1975778669" sldId="416"/>
            <ac:spMk id="18" creationId="{5B400056-034B-5BD6-16FE-956308445305}"/>
          </ac:spMkLst>
        </pc:spChg>
        <pc:picChg chg="add mod">
          <ac:chgData name="Yunlong Jia" userId="6b7af21b-5f2a-4116-95e0-5cdc728d2113" providerId="ADAL" clId="{7AAE88DD-EA5E-0B49-9F00-4167057A708A}" dt="2024-08-07T13:23:59.797" v="1956" actId="1076"/>
          <ac:picMkLst>
            <pc:docMk/>
            <pc:sldMk cId="1975778669" sldId="416"/>
            <ac:picMk id="2" creationId="{326506DE-0832-0B81-DD1A-3208F1C0E429}"/>
          </ac:picMkLst>
        </pc:picChg>
        <pc:picChg chg="add mod">
          <ac:chgData name="Yunlong Jia" userId="6b7af21b-5f2a-4116-95e0-5cdc728d2113" providerId="ADAL" clId="{7AAE88DD-EA5E-0B49-9F00-4167057A708A}" dt="2024-08-07T13:24:40.540" v="1965" actId="1076"/>
          <ac:picMkLst>
            <pc:docMk/>
            <pc:sldMk cId="1975778669" sldId="416"/>
            <ac:picMk id="5" creationId="{9AE78FE0-2BF1-0842-2C1F-0CBB205223B9}"/>
          </ac:picMkLst>
        </pc:picChg>
        <pc:picChg chg="add mod">
          <ac:chgData name="Yunlong Jia" userId="6b7af21b-5f2a-4116-95e0-5cdc728d2113" providerId="ADAL" clId="{7AAE88DD-EA5E-0B49-9F00-4167057A708A}" dt="2024-08-07T13:25:05.710" v="1971" actId="1076"/>
          <ac:picMkLst>
            <pc:docMk/>
            <pc:sldMk cId="1975778669" sldId="416"/>
            <ac:picMk id="6" creationId="{51278BBC-2786-D79E-F410-D7A964E71F2E}"/>
          </ac:picMkLst>
        </pc:picChg>
        <pc:cxnChg chg="add mod">
          <ac:chgData name="Yunlong Jia" userId="6b7af21b-5f2a-4116-95e0-5cdc728d2113" providerId="ADAL" clId="{7AAE88DD-EA5E-0B49-9F00-4167057A708A}" dt="2024-08-07T13:29:38.921" v="2031" actId="1582"/>
          <ac:cxnSpMkLst>
            <pc:docMk/>
            <pc:sldMk cId="1975778669" sldId="416"/>
            <ac:cxnSpMk id="16" creationId="{77FFF1C5-1F6C-A2C8-39E3-3E6F30E7C2DD}"/>
          </ac:cxnSpMkLst>
        </pc:cxnChg>
        <pc:cxnChg chg="add mod">
          <ac:chgData name="Yunlong Jia" userId="6b7af21b-5f2a-4116-95e0-5cdc728d2113" providerId="ADAL" clId="{7AAE88DD-EA5E-0B49-9F00-4167057A708A}" dt="2024-08-07T13:29:57.996" v="2036" actId="208"/>
          <ac:cxnSpMkLst>
            <pc:docMk/>
            <pc:sldMk cId="1975778669" sldId="416"/>
            <ac:cxnSpMk id="17" creationId="{B2BB348B-B9B9-3EFA-A140-DF5CBBECE558}"/>
          </ac:cxnSpMkLst>
        </pc:cxnChg>
      </pc:sldChg>
      <pc:sldChg chg="addSp modSp new mod modNotesTx">
        <pc:chgData name="Yunlong Jia" userId="6b7af21b-5f2a-4116-95e0-5cdc728d2113" providerId="ADAL" clId="{7AAE88DD-EA5E-0B49-9F00-4167057A708A}" dt="2024-08-07T11:13:13.841" v="1953" actId="1035"/>
        <pc:sldMkLst>
          <pc:docMk/>
          <pc:sldMk cId="1510151430" sldId="417"/>
        </pc:sldMkLst>
        <pc:spChg chg="add mod">
          <ac:chgData name="Yunlong Jia" userId="6b7af21b-5f2a-4116-95e0-5cdc728d2113" providerId="ADAL" clId="{7AAE88DD-EA5E-0B49-9F00-4167057A708A}" dt="2024-08-07T11:11:09.746" v="1889" actId="1076"/>
          <ac:spMkLst>
            <pc:docMk/>
            <pc:sldMk cId="1510151430" sldId="417"/>
            <ac:spMk id="4" creationId="{9E60F5A5-29F0-440E-654B-4EED6A5935D5}"/>
          </ac:spMkLst>
        </pc:spChg>
        <pc:spChg chg="add mod">
          <ac:chgData name="Yunlong Jia" userId="6b7af21b-5f2a-4116-95e0-5cdc728d2113" providerId="ADAL" clId="{7AAE88DD-EA5E-0B49-9F00-4167057A708A}" dt="2024-08-07T11:10:57.694" v="1884" actId="1076"/>
          <ac:spMkLst>
            <pc:docMk/>
            <pc:sldMk cId="1510151430" sldId="417"/>
            <ac:spMk id="6" creationId="{CE2AB458-EE9D-6224-BB62-3F26C048A6B3}"/>
          </ac:spMkLst>
        </pc:spChg>
        <pc:spChg chg="add mod">
          <ac:chgData name="Yunlong Jia" userId="6b7af21b-5f2a-4116-95e0-5cdc728d2113" providerId="ADAL" clId="{7AAE88DD-EA5E-0B49-9F00-4167057A708A}" dt="2024-08-07T11:13:13.841" v="1953" actId="1035"/>
          <ac:spMkLst>
            <pc:docMk/>
            <pc:sldMk cId="1510151430" sldId="417"/>
            <ac:spMk id="7" creationId="{8107D953-1BC6-4596-331B-3BB3AC685047}"/>
          </ac:spMkLst>
        </pc:spChg>
        <pc:spChg chg="add mod">
          <ac:chgData name="Yunlong Jia" userId="6b7af21b-5f2a-4116-95e0-5cdc728d2113" providerId="ADAL" clId="{7AAE88DD-EA5E-0B49-9F00-4167057A708A}" dt="2024-08-07T11:13:13.841" v="1953" actId="1035"/>
          <ac:spMkLst>
            <pc:docMk/>
            <pc:sldMk cId="1510151430" sldId="417"/>
            <ac:spMk id="8" creationId="{E3E7E2F6-4C64-7CF1-DCF7-57AFAA3A8B05}"/>
          </ac:spMkLst>
        </pc:spChg>
        <pc:picChg chg="add mod">
          <ac:chgData name="Yunlong Jia" userId="6b7af21b-5f2a-4116-95e0-5cdc728d2113" providerId="ADAL" clId="{7AAE88DD-EA5E-0B49-9F00-4167057A708A}" dt="2024-08-07T11:11:05.204" v="1888" actId="14100"/>
          <ac:picMkLst>
            <pc:docMk/>
            <pc:sldMk cId="1510151430" sldId="417"/>
            <ac:picMk id="2" creationId="{FDB90130-128F-8D65-9C32-2A44B89E1459}"/>
          </ac:picMkLst>
        </pc:picChg>
        <pc:picChg chg="add mod modCrop">
          <ac:chgData name="Yunlong Jia" userId="6b7af21b-5f2a-4116-95e0-5cdc728d2113" providerId="ADAL" clId="{7AAE88DD-EA5E-0B49-9F00-4167057A708A}" dt="2024-08-07T11:11:02.007" v="1886" actId="1076"/>
          <ac:picMkLst>
            <pc:docMk/>
            <pc:sldMk cId="1510151430" sldId="417"/>
            <ac:picMk id="5" creationId="{8303D4FA-20CB-44B0-6025-C96096177BCD}"/>
          </ac:picMkLst>
        </pc:picChg>
      </pc:sldChg>
      <pc:sldChg chg="addSp modSp new mod modNotesTx">
        <pc:chgData name="Yunlong Jia" userId="6b7af21b-5f2a-4116-95e0-5cdc728d2113" providerId="ADAL" clId="{7AAE88DD-EA5E-0B49-9F00-4167057A708A}" dt="2024-08-07T13:32:04.119" v="2123" actId="207"/>
        <pc:sldMkLst>
          <pc:docMk/>
          <pc:sldMk cId="2729008382" sldId="418"/>
        </pc:sldMkLst>
        <pc:spChg chg="add mod">
          <ac:chgData name="Yunlong Jia" userId="6b7af21b-5f2a-4116-95e0-5cdc728d2113" providerId="ADAL" clId="{7AAE88DD-EA5E-0B49-9F00-4167057A708A}" dt="2024-08-07T13:32:04.119" v="2123" actId="207"/>
          <ac:spMkLst>
            <pc:docMk/>
            <pc:sldMk cId="2729008382" sldId="418"/>
            <ac:spMk id="3" creationId="{711AFA6E-F98E-0C16-2819-B015B53745C5}"/>
          </ac:spMkLst>
        </pc:spChg>
      </pc:sldChg>
    </pc:docChg>
  </pc:docChgLst>
  <pc:docChgLst>
    <pc:chgData name="Yunlong JIA" userId="4daa8bfd-e6d6-4f44-b315-8c5b7a700152" providerId="ADAL" clId="{57993F98-878C-2A40-ADD4-6E39A7A59A5A}"/>
    <pc:docChg chg="undo custSel addSld modSld sldOrd">
      <pc:chgData name="Yunlong JIA" userId="4daa8bfd-e6d6-4f44-b315-8c5b7a700152" providerId="ADAL" clId="{57993F98-878C-2A40-ADD4-6E39A7A59A5A}" dt="2022-11-12T22:52:06.094" v="110" actId="14100"/>
      <pc:docMkLst>
        <pc:docMk/>
      </pc:docMkLst>
      <pc:sldChg chg="addSp modSp new mod ord">
        <pc:chgData name="Yunlong JIA" userId="4daa8bfd-e6d6-4f44-b315-8c5b7a700152" providerId="ADAL" clId="{57993F98-878C-2A40-ADD4-6E39A7A59A5A}" dt="2022-11-10T09:21:19.101" v="24" actId="1076"/>
        <pc:sldMkLst>
          <pc:docMk/>
          <pc:sldMk cId="3980692287" sldId="347"/>
        </pc:sldMkLst>
        <pc:spChg chg="add mod">
          <ac:chgData name="Yunlong JIA" userId="4daa8bfd-e6d6-4f44-b315-8c5b7a700152" providerId="ADAL" clId="{57993F98-878C-2A40-ADD4-6E39A7A59A5A}" dt="2022-11-10T09:20:28.721" v="18" actId="1076"/>
          <ac:spMkLst>
            <pc:docMk/>
            <pc:sldMk cId="3980692287" sldId="347"/>
            <ac:spMk id="4" creationId="{D1EF890D-C414-B5A1-7957-5B018EE37406}"/>
          </ac:spMkLst>
        </pc:spChg>
        <pc:spChg chg="add mod">
          <ac:chgData name="Yunlong JIA" userId="4daa8bfd-e6d6-4f44-b315-8c5b7a700152" providerId="ADAL" clId="{57993F98-878C-2A40-ADD4-6E39A7A59A5A}" dt="2022-11-10T09:20:33.469" v="21" actId="20577"/>
          <ac:spMkLst>
            <pc:docMk/>
            <pc:sldMk cId="3980692287" sldId="347"/>
            <ac:spMk id="6" creationId="{07F8C4D3-5FE6-BAB6-2F48-75CE9BF2952A}"/>
          </ac:spMkLst>
        </pc:spChg>
        <pc:picChg chg="add mod">
          <ac:chgData name="Yunlong JIA" userId="4daa8bfd-e6d6-4f44-b315-8c5b7a700152" providerId="ADAL" clId="{57993F98-878C-2A40-ADD4-6E39A7A59A5A}" dt="2022-11-10T09:20:28.721" v="18" actId="1076"/>
          <ac:picMkLst>
            <pc:docMk/>
            <pc:sldMk cId="3980692287" sldId="347"/>
            <ac:picMk id="2" creationId="{A7DCD1D4-C7EE-C012-5E70-809D9D42C4D0}"/>
          </ac:picMkLst>
        </pc:picChg>
        <pc:picChg chg="add mod">
          <ac:chgData name="Yunlong JIA" userId="4daa8bfd-e6d6-4f44-b315-8c5b7a700152" providerId="ADAL" clId="{57993F98-878C-2A40-ADD4-6E39A7A59A5A}" dt="2022-11-10T09:21:19.101" v="24" actId="1076"/>
          <ac:picMkLst>
            <pc:docMk/>
            <pc:sldMk cId="3980692287" sldId="347"/>
            <ac:picMk id="7" creationId="{875E84E3-9378-9E95-0BEC-381BE323C167}"/>
          </ac:picMkLst>
        </pc:picChg>
      </pc:sldChg>
      <pc:sldChg chg="addSp modSp new mod">
        <pc:chgData name="Yunlong JIA" userId="4daa8bfd-e6d6-4f44-b315-8c5b7a700152" providerId="ADAL" clId="{57993F98-878C-2A40-ADD4-6E39A7A59A5A}" dt="2022-11-11T17:39:53.776" v="45" actId="1076"/>
        <pc:sldMkLst>
          <pc:docMk/>
          <pc:sldMk cId="104632736" sldId="348"/>
        </pc:sldMkLst>
        <pc:spChg chg="add mod">
          <ac:chgData name="Yunlong JIA" userId="4daa8bfd-e6d6-4f44-b315-8c5b7a700152" providerId="ADAL" clId="{57993F98-878C-2A40-ADD4-6E39A7A59A5A}" dt="2022-11-11T17:39:43.088" v="38"/>
          <ac:spMkLst>
            <pc:docMk/>
            <pc:sldMk cId="104632736" sldId="348"/>
            <ac:spMk id="4" creationId="{C78615E4-8BFF-092E-841A-51BB55FA2FC4}"/>
          </ac:spMkLst>
        </pc:spChg>
        <pc:spChg chg="add mod">
          <ac:chgData name="Yunlong JIA" userId="4daa8bfd-e6d6-4f44-b315-8c5b7a700152" providerId="ADAL" clId="{57993F98-878C-2A40-ADD4-6E39A7A59A5A}" dt="2022-11-11T17:39:53.776" v="45" actId="1076"/>
          <ac:spMkLst>
            <pc:docMk/>
            <pc:sldMk cId="104632736" sldId="348"/>
            <ac:spMk id="6" creationId="{C8C1FAC8-E8F2-BD1C-3E47-DAD932DBEBEC}"/>
          </ac:spMkLst>
        </pc:spChg>
        <pc:picChg chg="add mod">
          <ac:chgData name="Yunlong JIA" userId="4daa8bfd-e6d6-4f44-b315-8c5b7a700152" providerId="ADAL" clId="{57993F98-878C-2A40-ADD4-6E39A7A59A5A}" dt="2022-11-11T17:38:04.929" v="32" actId="1076"/>
          <ac:picMkLst>
            <pc:docMk/>
            <pc:sldMk cId="104632736" sldId="348"/>
            <ac:picMk id="2" creationId="{A9513F94-518A-453A-DC06-81304B7EA904}"/>
          </ac:picMkLst>
        </pc:picChg>
      </pc:sldChg>
      <pc:sldChg chg="addSp modSp new mod modNotesTx">
        <pc:chgData name="Yunlong JIA" userId="4daa8bfd-e6d6-4f44-b315-8c5b7a700152" providerId="ADAL" clId="{57993F98-878C-2A40-ADD4-6E39A7A59A5A}" dt="2022-11-12T22:52:06.094" v="110" actId="14100"/>
        <pc:sldMkLst>
          <pc:docMk/>
          <pc:sldMk cId="3471170696" sldId="349"/>
        </pc:sldMkLst>
        <pc:spChg chg="add mod">
          <ac:chgData name="Yunlong JIA" userId="4daa8bfd-e6d6-4f44-b315-8c5b7a700152" providerId="ADAL" clId="{57993F98-878C-2A40-ADD4-6E39A7A59A5A}" dt="2022-11-12T06:41:46.036" v="53"/>
          <ac:spMkLst>
            <pc:docMk/>
            <pc:sldMk cId="3471170696" sldId="349"/>
            <ac:spMk id="4" creationId="{6C484499-DFFE-5670-890E-67EE4BC1640B}"/>
          </ac:spMkLst>
        </pc:spChg>
        <pc:spChg chg="add mod">
          <ac:chgData name="Yunlong JIA" userId="4daa8bfd-e6d6-4f44-b315-8c5b7a700152" providerId="ADAL" clId="{57993F98-878C-2A40-ADD4-6E39A7A59A5A}" dt="2022-11-12T22:52:06.094" v="110" actId="14100"/>
          <ac:spMkLst>
            <pc:docMk/>
            <pc:sldMk cId="3471170696" sldId="349"/>
            <ac:spMk id="5" creationId="{AA6A4363-EDB2-CDD0-7178-DFC3F0B616FF}"/>
          </ac:spMkLst>
        </pc:spChg>
        <pc:spChg chg="add mod">
          <ac:chgData name="Yunlong JIA" userId="4daa8bfd-e6d6-4f44-b315-8c5b7a700152" providerId="ADAL" clId="{57993F98-878C-2A40-ADD4-6E39A7A59A5A}" dt="2022-11-12T06:42:00.112" v="58" actId="1076"/>
          <ac:spMkLst>
            <pc:docMk/>
            <pc:sldMk cId="3471170696" sldId="349"/>
            <ac:spMk id="6" creationId="{CAE7F0C2-C93F-88BC-B0C4-CED0E2B5ED03}"/>
          </ac:spMkLst>
        </pc:spChg>
        <pc:picChg chg="add mod">
          <ac:chgData name="Yunlong JIA" userId="4daa8bfd-e6d6-4f44-b315-8c5b7a700152" providerId="ADAL" clId="{57993F98-878C-2A40-ADD4-6E39A7A59A5A}" dt="2022-11-12T06:41:03.269" v="49" actId="1076"/>
          <ac:picMkLst>
            <pc:docMk/>
            <pc:sldMk cId="3471170696" sldId="349"/>
            <ac:picMk id="2" creationId="{66FA97CE-943A-C109-E91C-E5BF4A9F2B22}"/>
          </ac:picMkLst>
        </pc:picChg>
      </pc:sldChg>
      <pc:sldChg chg="addSp modSp new mod">
        <pc:chgData name="Yunlong JIA" userId="4daa8bfd-e6d6-4f44-b315-8c5b7a700152" providerId="ADAL" clId="{57993F98-878C-2A40-ADD4-6E39A7A59A5A}" dt="2022-11-12T22:49:02.623" v="65" actId="20577"/>
        <pc:sldMkLst>
          <pc:docMk/>
          <pc:sldMk cId="3908627155" sldId="350"/>
        </pc:sldMkLst>
        <pc:spChg chg="add mod">
          <ac:chgData name="Yunlong JIA" userId="4daa8bfd-e6d6-4f44-b315-8c5b7a700152" providerId="ADAL" clId="{57993F98-878C-2A40-ADD4-6E39A7A59A5A}" dt="2022-11-12T22:49:02.623" v="65" actId="20577"/>
          <ac:spMkLst>
            <pc:docMk/>
            <pc:sldMk cId="3908627155" sldId="350"/>
            <ac:spMk id="3" creationId="{D5131776-2C43-EEE3-07EE-98003A67A66D}"/>
          </ac:spMkLst>
        </pc:spChg>
      </pc:sldChg>
    </pc:docChg>
  </pc:docChgLst>
  <pc:docChgLst>
    <pc:chgData name="Yunlong Jia" userId="6b7af21b-5f2a-4116-95e0-5cdc728d2113" providerId="ADAL" clId="{4DA3D247-A041-FB4F-9E4F-B96D184A0391}"/>
    <pc:docChg chg="addSld delSld modSld sldOrd">
      <pc:chgData name="Yunlong Jia" userId="6b7af21b-5f2a-4116-95e0-5cdc728d2113" providerId="ADAL" clId="{4DA3D247-A041-FB4F-9E4F-B96D184A0391}" dt="2024-08-06T21:58:20.398" v="147" actId="1076"/>
      <pc:docMkLst>
        <pc:docMk/>
      </pc:docMkLst>
      <pc:sldChg chg="del">
        <pc:chgData name="Yunlong Jia" userId="6b7af21b-5f2a-4116-95e0-5cdc728d2113" providerId="ADAL" clId="{4DA3D247-A041-FB4F-9E4F-B96D184A0391}" dt="2024-08-06T21:55:02.052" v="45" actId="2696"/>
        <pc:sldMkLst>
          <pc:docMk/>
          <pc:sldMk cId="2778400244" sldId="259"/>
        </pc:sldMkLst>
      </pc:sldChg>
      <pc:sldChg chg="del">
        <pc:chgData name="Yunlong Jia" userId="6b7af21b-5f2a-4116-95e0-5cdc728d2113" providerId="ADAL" clId="{4DA3D247-A041-FB4F-9E4F-B96D184A0391}" dt="2024-08-06T00:26:38.923" v="6" actId="2696"/>
        <pc:sldMkLst>
          <pc:docMk/>
          <pc:sldMk cId="1773412376" sldId="260"/>
        </pc:sldMkLst>
      </pc:sldChg>
      <pc:sldChg chg="del">
        <pc:chgData name="Yunlong Jia" userId="6b7af21b-5f2a-4116-95e0-5cdc728d2113" providerId="ADAL" clId="{4DA3D247-A041-FB4F-9E4F-B96D184A0391}" dt="2024-08-06T00:26:40.659" v="7" actId="2696"/>
        <pc:sldMkLst>
          <pc:docMk/>
          <pc:sldMk cId="1736321609" sldId="261"/>
        </pc:sldMkLst>
      </pc:sldChg>
      <pc:sldChg chg="del">
        <pc:chgData name="Yunlong Jia" userId="6b7af21b-5f2a-4116-95e0-5cdc728d2113" providerId="ADAL" clId="{4DA3D247-A041-FB4F-9E4F-B96D184A0391}" dt="2024-08-06T00:26:42.900" v="8" actId="2696"/>
        <pc:sldMkLst>
          <pc:docMk/>
          <pc:sldMk cId="2224340315" sldId="262"/>
        </pc:sldMkLst>
      </pc:sldChg>
      <pc:sldChg chg="del">
        <pc:chgData name="Yunlong Jia" userId="6b7af21b-5f2a-4116-95e0-5cdc728d2113" providerId="ADAL" clId="{4DA3D247-A041-FB4F-9E4F-B96D184A0391}" dt="2024-08-06T00:26:44.159" v="9" actId="2696"/>
        <pc:sldMkLst>
          <pc:docMk/>
          <pc:sldMk cId="3034928643" sldId="263"/>
        </pc:sldMkLst>
      </pc:sldChg>
      <pc:sldChg chg="addSp modSp del mod">
        <pc:chgData name="Yunlong Jia" userId="6b7af21b-5f2a-4116-95e0-5cdc728d2113" providerId="ADAL" clId="{4DA3D247-A041-FB4F-9E4F-B96D184A0391}" dt="2024-08-06T21:55:34.463" v="46" actId="2696"/>
        <pc:sldMkLst>
          <pc:docMk/>
          <pc:sldMk cId="2991402958" sldId="265"/>
        </pc:sldMkLst>
        <pc:spChg chg="add mod">
          <ac:chgData name="Yunlong Jia" userId="6b7af21b-5f2a-4116-95e0-5cdc728d2113" providerId="ADAL" clId="{4DA3D247-A041-FB4F-9E4F-B96D184A0391}" dt="2024-08-06T04:15:28.315" v="19" actId="1036"/>
          <ac:spMkLst>
            <pc:docMk/>
            <pc:sldMk cId="2991402958" sldId="265"/>
            <ac:spMk id="2" creationId="{A3D910D1-413A-BA25-C74F-5FC7FC360739}"/>
          </ac:spMkLst>
        </pc:spChg>
      </pc:sldChg>
      <pc:sldChg chg="del">
        <pc:chgData name="Yunlong Jia" userId="6b7af21b-5f2a-4116-95e0-5cdc728d2113" providerId="ADAL" clId="{4DA3D247-A041-FB4F-9E4F-B96D184A0391}" dt="2024-08-06T00:24:02.200" v="1" actId="2696"/>
        <pc:sldMkLst>
          <pc:docMk/>
          <pc:sldMk cId="1653958051" sldId="268"/>
        </pc:sldMkLst>
      </pc:sldChg>
      <pc:sldChg chg="del">
        <pc:chgData name="Yunlong Jia" userId="6b7af21b-5f2a-4116-95e0-5cdc728d2113" providerId="ADAL" clId="{4DA3D247-A041-FB4F-9E4F-B96D184A0391}" dt="2024-08-06T00:24:04.410" v="2" actId="2696"/>
        <pc:sldMkLst>
          <pc:docMk/>
          <pc:sldMk cId="1057925698" sldId="269"/>
        </pc:sldMkLst>
      </pc:sldChg>
      <pc:sldChg chg="del">
        <pc:chgData name="Yunlong Jia" userId="6b7af21b-5f2a-4116-95e0-5cdc728d2113" providerId="ADAL" clId="{4DA3D247-A041-FB4F-9E4F-B96D184A0391}" dt="2024-08-06T00:23:53.734" v="0" actId="2696"/>
        <pc:sldMkLst>
          <pc:docMk/>
          <pc:sldMk cId="24798688" sldId="270"/>
        </pc:sldMkLst>
      </pc:sldChg>
      <pc:sldChg chg="modSp mod">
        <pc:chgData name="Yunlong Jia" userId="6b7af21b-5f2a-4116-95e0-5cdc728d2113" providerId="ADAL" clId="{4DA3D247-A041-FB4F-9E4F-B96D184A0391}" dt="2024-08-06T21:58:20.398" v="147" actId="1076"/>
        <pc:sldMkLst>
          <pc:docMk/>
          <pc:sldMk cId="2802931435" sldId="271"/>
        </pc:sldMkLst>
        <pc:spChg chg="mod">
          <ac:chgData name="Yunlong Jia" userId="6b7af21b-5f2a-4116-95e0-5cdc728d2113" providerId="ADAL" clId="{4DA3D247-A041-FB4F-9E4F-B96D184A0391}" dt="2024-08-06T21:57:21.033" v="110" actId="20577"/>
          <ac:spMkLst>
            <pc:docMk/>
            <pc:sldMk cId="2802931435" sldId="271"/>
            <ac:spMk id="2" creationId="{773087C9-30E3-3378-4692-1B651C6E7F31}"/>
          </ac:spMkLst>
        </pc:spChg>
        <pc:grpChg chg="mod">
          <ac:chgData name="Yunlong Jia" userId="6b7af21b-5f2a-4116-95e0-5cdc728d2113" providerId="ADAL" clId="{4DA3D247-A041-FB4F-9E4F-B96D184A0391}" dt="2024-08-06T21:57:55.616" v="141" actId="1038"/>
          <ac:grpSpMkLst>
            <pc:docMk/>
            <pc:sldMk cId="2802931435" sldId="271"/>
            <ac:grpSpMk id="7" creationId="{1DFEC70B-99D6-F72D-23D6-975A1C4E88FB}"/>
          </ac:grpSpMkLst>
        </pc:grpChg>
        <pc:grpChg chg="mod">
          <ac:chgData name="Yunlong Jia" userId="6b7af21b-5f2a-4116-95e0-5cdc728d2113" providerId="ADAL" clId="{4DA3D247-A041-FB4F-9E4F-B96D184A0391}" dt="2024-08-06T21:57:58.042" v="142" actId="1038"/>
          <ac:grpSpMkLst>
            <pc:docMk/>
            <pc:sldMk cId="2802931435" sldId="271"/>
            <ac:grpSpMk id="10" creationId="{503F650D-FD27-AD19-CABE-8A4D154E9D3F}"/>
          </ac:grpSpMkLst>
        </pc:grpChg>
        <pc:picChg chg="mod">
          <ac:chgData name="Yunlong Jia" userId="6b7af21b-5f2a-4116-95e0-5cdc728d2113" providerId="ADAL" clId="{4DA3D247-A041-FB4F-9E4F-B96D184A0391}" dt="2024-08-06T21:57:49.244" v="129" actId="14100"/>
          <ac:picMkLst>
            <pc:docMk/>
            <pc:sldMk cId="2802931435" sldId="271"/>
            <ac:picMk id="3" creationId="{52472473-B17E-442F-B14C-02B38E62F951}"/>
          </ac:picMkLst>
        </pc:picChg>
        <pc:picChg chg="mod">
          <ac:chgData name="Yunlong Jia" userId="6b7af21b-5f2a-4116-95e0-5cdc728d2113" providerId="ADAL" clId="{4DA3D247-A041-FB4F-9E4F-B96D184A0391}" dt="2024-08-06T21:57:51.806" v="130" actId="1076"/>
          <ac:picMkLst>
            <pc:docMk/>
            <pc:sldMk cId="2802931435" sldId="271"/>
            <ac:picMk id="4" creationId="{AAAD9ADF-E4BB-704A-39BD-4D622B9274EC}"/>
          </ac:picMkLst>
        </pc:picChg>
        <pc:picChg chg="mod">
          <ac:chgData name="Yunlong Jia" userId="6b7af21b-5f2a-4116-95e0-5cdc728d2113" providerId="ADAL" clId="{4DA3D247-A041-FB4F-9E4F-B96D184A0391}" dt="2024-08-06T21:58:09.547" v="144" actId="14100"/>
          <ac:picMkLst>
            <pc:docMk/>
            <pc:sldMk cId="2802931435" sldId="271"/>
            <ac:picMk id="5" creationId="{71065AB7-F2EC-3E5E-E31B-E7D579395B35}"/>
          </ac:picMkLst>
        </pc:picChg>
        <pc:picChg chg="mod">
          <ac:chgData name="Yunlong Jia" userId="6b7af21b-5f2a-4116-95e0-5cdc728d2113" providerId="ADAL" clId="{4DA3D247-A041-FB4F-9E4F-B96D184A0391}" dt="2024-08-06T21:58:20.398" v="147" actId="1076"/>
          <ac:picMkLst>
            <pc:docMk/>
            <pc:sldMk cId="2802931435" sldId="271"/>
            <ac:picMk id="6" creationId="{996B82E7-44F0-A7B3-211B-6E1CEBC62E8F}"/>
          </ac:picMkLst>
        </pc:picChg>
      </pc:sldChg>
      <pc:sldChg chg="del">
        <pc:chgData name="Yunlong Jia" userId="6b7af21b-5f2a-4116-95e0-5cdc728d2113" providerId="ADAL" clId="{4DA3D247-A041-FB4F-9E4F-B96D184A0391}" dt="2024-08-06T00:24:07.838" v="3" actId="2696"/>
        <pc:sldMkLst>
          <pc:docMk/>
          <pc:sldMk cId="3524914747" sldId="385"/>
        </pc:sldMkLst>
      </pc:sldChg>
      <pc:sldChg chg="addSp modSp mod ord">
        <pc:chgData name="Yunlong Jia" userId="6b7af21b-5f2a-4116-95e0-5cdc728d2113" providerId="ADAL" clId="{4DA3D247-A041-FB4F-9E4F-B96D184A0391}" dt="2024-08-06T21:55:55.114" v="47" actId="20578"/>
        <pc:sldMkLst>
          <pc:docMk/>
          <pc:sldMk cId="1371235483" sldId="387"/>
        </pc:sldMkLst>
        <pc:spChg chg="add mod">
          <ac:chgData name="Yunlong Jia" userId="6b7af21b-5f2a-4116-95e0-5cdc728d2113" providerId="ADAL" clId="{4DA3D247-A041-FB4F-9E4F-B96D184A0391}" dt="2024-08-06T16:35:56.533" v="44" actId="208"/>
          <ac:spMkLst>
            <pc:docMk/>
            <pc:sldMk cId="1371235483" sldId="387"/>
            <ac:spMk id="4" creationId="{1DC9E1D5-2C34-4671-7B21-9789793BE6E0}"/>
          </ac:spMkLst>
        </pc:spChg>
      </pc:sldChg>
      <pc:sldChg chg="addSp modSp new mod modNotesTx">
        <pc:chgData name="Yunlong Jia" userId="6b7af21b-5f2a-4116-95e0-5cdc728d2113" providerId="ADAL" clId="{4DA3D247-A041-FB4F-9E4F-B96D184A0391}" dt="2024-08-06T21:56:44.439" v="100" actId="1076"/>
        <pc:sldMkLst>
          <pc:docMk/>
          <pc:sldMk cId="550796796" sldId="388"/>
        </pc:sldMkLst>
        <pc:spChg chg="add mod">
          <ac:chgData name="Yunlong Jia" userId="6b7af21b-5f2a-4116-95e0-5cdc728d2113" providerId="ADAL" clId="{4DA3D247-A041-FB4F-9E4F-B96D184A0391}" dt="2024-08-06T21:56:44.439" v="100" actId="1076"/>
          <ac:spMkLst>
            <pc:docMk/>
            <pc:sldMk cId="550796796" sldId="388"/>
            <ac:spMk id="3" creationId="{FD6E66D9-1EEB-3AAC-2EB6-F66CBC035BA6}"/>
          </ac:spMkLst>
        </pc:spChg>
      </pc:sldChg>
    </pc:docChg>
  </pc:docChgLst>
  <pc:docChgLst>
    <pc:chgData name="Yunlong Jia" userId="6b7af21b-5f2a-4116-95e0-5cdc728d2113" providerId="ADAL" clId="{9994DC8A-7174-9B4A-AE20-7014B719AB62}"/>
    <pc:docChg chg="custSel addSld delSld modSld sldOrd">
      <pc:chgData name="Yunlong Jia" userId="6b7af21b-5f2a-4116-95e0-5cdc728d2113" providerId="ADAL" clId="{9994DC8A-7174-9B4A-AE20-7014B719AB62}" dt="2023-01-24T21:16:56.678" v="637" actId="13926"/>
      <pc:docMkLst>
        <pc:docMk/>
      </pc:docMkLst>
      <pc:sldChg chg="del">
        <pc:chgData name="Yunlong Jia" userId="6b7af21b-5f2a-4116-95e0-5cdc728d2113" providerId="ADAL" clId="{9994DC8A-7174-9B4A-AE20-7014B719AB62}" dt="2023-01-21T01:31:51.656" v="65" actId="2696"/>
        <pc:sldMkLst>
          <pc:docMk/>
          <pc:sldMk cId="2377745090" sldId="258"/>
        </pc:sldMkLst>
      </pc:sldChg>
      <pc:sldChg chg="addSp delSp modSp mod">
        <pc:chgData name="Yunlong Jia" userId="6b7af21b-5f2a-4116-95e0-5cdc728d2113" providerId="ADAL" clId="{9994DC8A-7174-9B4A-AE20-7014B719AB62}" dt="2023-01-21T01:31:22.903" v="21" actId="1076"/>
        <pc:sldMkLst>
          <pc:docMk/>
          <pc:sldMk cId="2165061637" sldId="259"/>
        </pc:sldMkLst>
        <pc:spChg chg="del">
          <ac:chgData name="Yunlong Jia" userId="6b7af21b-5f2a-4116-95e0-5cdc728d2113" providerId="ADAL" clId="{9994DC8A-7174-9B4A-AE20-7014B719AB62}" dt="2023-01-21T01:27:49.186" v="0" actId="478"/>
          <ac:spMkLst>
            <pc:docMk/>
            <pc:sldMk cId="2165061637" sldId="259"/>
            <ac:spMk id="5" creationId="{C927FFA1-C7C5-4A64-5FD5-DE55C19928B1}"/>
          </ac:spMkLst>
        </pc:spChg>
        <pc:spChg chg="del">
          <ac:chgData name="Yunlong Jia" userId="6b7af21b-5f2a-4116-95e0-5cdc728d2113" providerId="ADAL" clId="{9994DC8A-7174-9B4A-AE20-7014B719AB62}" dt="2023-01-21T01:27:49.186" v="0" actId="478"/>
          <ac:spMkLst>
            <pc:docMk/>
            <pc:sldMk cId="2165061637" sldId="259"/>
            <ac:spMk id="7" creationId="{3A80784E-02C1-FCE5-2682-FA2ABCA55AF4}"/>
          </ac:spMkLst>
        </pc:spChg>
        <pc:picChg chg="add mod">
          <ac:chgData name="Yunlong Jia" userId="6b7af21b-5f2a-4116-95e0-5cdc728d2113" providerId="ADAL" clId="{9994DC8A-7174-9B4A-AE20-7014B719AB62}" dt="2023-01-21T01:28:31.509" v="16" actId="14100"/>
          <ac:picMkLst>
            <pc:docMk/>
            <pc:sldMk cId="2165061637" sldId="259"/>
            <ac:picMk id="2" creationId="{06BAC394-1AAF-9A34-C76C-B2F95760B1C4}"/>
          </ac:picMkLst>
        </pc:picChg>
        <pc:picChg chg="add mod">
          <ac:chgData name="Yunlong Jia" userId="6b7af21b-5f2a-4116-95e0-5cdc728d2113" providerId="ADAL" clId="{9994DC8A-7174-9B4A-AE20-7014B719AB62}" dt="2023-01-21T01:31:22.903" v="21" actId="1076"/>
          <ac:picMkLst>
            <pc:docMk/>
            <pc:sldMk cId="2165061637" sldId="259"/>
            <ac:picMk id="3" creationId="{C7931CEC-0248-BAE6-3087-5A706B067C89}"/>
          </ac:picMkLst>
        </pc:picChg>
        <pc:picChg chg="del">
          <ac:chgData name="Yunlong Jia" userId="6b7af21b-5f2a-4116-95e0-5cdc728d2113" providerId="ADAL" clId="{9994DC8A-7174-9B4A-AE20-7014B719AB62}" dt="2023-01-21T01:27:52.293" v="2" actId="478"/>
          <ac:picMkLst>
            <pc:docMk/>
            <pc:sldMk cId="2165061637" sldId="259"/>
            <ac:picMk id="6" creationId="{8E80526E-FDDD-8BFD-E4FB-BEE49715F785}"/>
          </ac:picMkLst>
        </pc:picChg>
        <pc:picChg chg="del">
          <ac:chgData name="Yunlong Jia" userId="6b7af21b-5f2a-4116-95e0-5cdc728d2113" providerId="ADAL" clId="{9994DC8A-7174-9B4A-AE20-7014B719AB62}" dt="2023-01-21T01:27:51.064" v="1" actId="478"/>
          <ac:picMkLst>
            <pc:docMk/>
            <pc:sldMk cId="2165061637" sldId="259"/>
            <ac:picMk id="1026" creationId="{69AF4EA6-B0EF-8113-2F09-EB61A78F2441}"/>
          </ac:picMkLst>
        </pc:picChg>
        <pc:picChg chg="add mod">
          <ac:chgData name="Yunlong Jia" userId="6b7af21b-5f2a-4116-95e0-5cdc728d2113" providerId="ADAL" clId="{9994DC8A-7174-9B4A-AE20-7014B719AB62}" dt="2023-01-21T01:28:34.179" v="18" actId="14100"/>
          <ac:picMkLst>
            <pc:docMk/>
            <pc:sldMk cId="2165061637" sldId="259"/>
            <ac:picMk id="1027" creationId="{1D0436BF-6ECC-7574-3923-F72645481B2A}"/>
          </ac:picMkLst>
        </pc:picChg>
      </pc:sldChg>
      <pc:sldChg chg="addSp modSp new mod ord modNotesTx">
        <pc:chgData name="Yunlong Jia" userId="6b7af21b-5f2a-4116-95e0-5cdc728d2113" providerId="ADAL" clId="{9994DC8A-7174-9B4A-AE20-7014B719AB62}" dt="2023-01-21T01:49:47.332" v="474" actId="1076"/>
        <pc:sldMkLst>
          <pc:docMk/>
          <pc:sldMk cId="46119860" sldId="260"/>
        </pc:sldMkLst>
        <pc:spChg chg="add mod">
          <ac:chgData name="Yunlong Jia" userId="6b7af21b-5f2a-4116-95e0-5cdc728d2113" providerId="ADAL" clId="{9994DC8A-7174-9B4A-AE20-7014B719AB62}" dt="2023-01-21T01:49:14.484" v="389" actId="1076"/>
          <ac:spMkLst>
            <pc:docMk/>
            <pc:sldMk cId="46119860" sldId="260"/>
            <ac:spMk id="3" creationId="{42985494-B888-5D29-C12D-8A357427F6E4}"/>
          </ac:spMkLst>
        </pc:spChg>
        <pc:spChg chg="add mod">
          <ac:chgData name="Yunlong Jia" userId="6b7af21b-5f2a-4116-95e0-5cdc728d2113" providerId="ADAL" clId="{9994DC8A-7174-9B4A-AE20-7014B719AB62}" dt="2023-01-21T01:49:47.332" v="474" actId="1076"/>
          <ac:spMkLst>
            <pc:docMk/>
            <pc:sldMk cId="46119860" sldId="260"/>
            <ac:spMk id="6" creationId="{BA1ABD97-E0CD-1B88-3B18-8E4381027AD3}"/>
          </ac:spMkLst>
        </pc:spChg>
        <pc:picChg chg="add mod">
          <ac:chgData name="Yunlong Jia" userId="6b7af21b-5f2a-4116-95e0-5cdc728d2113" providerId="ADAL" clId="{9994DC8A-7174-9B4A-AE20-7014B719AB62}" dt="2023-01-21T01:49:18.277" v="392" actId="1076"/>
          <ac:picMkLst>
            <pc:docMk/>
            <pc:sldMk cId="46119860" sldId="260"/>
            <ac:picMk id="4" creationId="{F8E30A72-AFFA-9E8E-36DE-2D22A6DC4C81}"/>
          </ac:picMkLst>
        </pc:picChg>
      </pc:sldChg>
      <pc:sldChg chg="addSp modSp new mod">
        <pc:chgData name="Yunlong Jia" userId="6b7af21b-5f2a-4116-95e0-5cdc728d2113" providerId="ADAL" clId="{9994DC8A-7174-9B4A-AE20-7014B719AB62}" dt="2023-01-21T01:34:32.561" v="102" actId="20577"/>
        <pc:sldMkLst>
          <pc:docMk/>
          <pc:sldMk cId="838995620" sldId="261"/>
        </pc:sldMkLst>
        <pc:spChg chg="add mod">
          <ac:chgData name="Yunlong Jia" userId="6b7af21b-5f2a-4116-95e0-5cdc728d2113" providerId="ADAL" clId="{9994DC8A-7174-9B4A-AE20-7014B719AB62}" dt="2023-01-21T01:34:05.417" v="79" actId="207"/>
          <ac:spMkLst>
            <pc:docMk/>
            <pc:sldMk cId="838995620" sldId="261"/>
            <ac:spMk id="4" creationId="{99296445-43F5-0EC5-D523-33D525C4251A}"/>
          </ac:spMkLst>
        </pc:spChg>
        <pc:spChg chg="add mod">
          <ac:chgData name="Yunlong Jia" userId="6b7af21b-5f2a-4116-95e0-5cdc728d2113" providerId="ADAL" clId="{9994DC8A-7174-9B4A-AE20-7014B719AB62}" dt="2023-01-21T01:34:32.561" v="102" actId="20577"/>
          <ac:spMkLst>
            <pc:docMk/>
            <pc:sldMk cId="838995620" sldId="261"/>
            <ac:spMk id="6" creationId="{17028C61-BA07-A80B-EB32-53924A49F3C8}"/>
          </ac:spMkLst>
        </pc:spChg>
        <pc:picChg chg="add mod">
          <ac:chgData name="Yunlong Jia" userId="6b7af21b-5f2a-4116-95e0-5cdc728d2113" providerId="ADAL" clId="{9994DC8A-7174-9B4A-AE20-7014B719AB62}" dt="2023-01-21T01:32:54.011" v="70" actId="1076"/>
          <ac:picMkLst>
            <pc:docMk/>
            <pc:sldMk cId="838995620" sldId="261"/>
            <ac:picMk id="2" creationId="{1B7353FF-A8E6-E78F-236C-BBA50BA38441}"/>
          </ac:picMkLst>
        </pc:picChg>
      </pc:sldChg>
      <pc:sldChg chg="addSp modSp new mod">
        <pc:chgData name="Yunlong Jia" userId="6b7af21b-5f2a-4116-95e0-5cdc728d2113" providerId="ADAL" clId="{9994DC8A-7174-9B4A-AE20-7014B719AB62}" dt="2023-01-21T01:35:52.130" v="106" actId="14100"/>
        <pc:sldMkLst>
          <pc:docMk/>
          <pc:sldMk cId="1525905957" sldId="262"/>
        </pc:sldMkLst>
        <pc:picChg chg="add mod">
          <ac:chgData name="Yunlong Jia" userId="6b7af21b-5f2a-4116-95e0-5cdc728d2113" providerId="ADAL" clId="{9994DC8A-7174-9B4A-AE20-7014B719AB62}" dt="2023-01-21T01:35:52.130" v="106" actId="14100"/>
          <ac:picMkLst>
            <pc:docMk/>
            <pc:sldMk cId="1525905957" sldId="262"/>
            <ac:picMk id="2" creationId="{3BD15E0C-257C-15A3-9422-ED00626425A9}"/>
          </ac:picMkLst>
        </pc:picChg>
      </pc:sldChg>
      <pc:sldChg chg="addSp modSp new mod modNotesTx">
        <pc:chgData name="Yunlong Jia" userId="6b7af21b-5f2a-4116-95e0-5cdc728d2113" providerId="ADAL" clId="{9994DC8A-7174-9B4A-AE20-7014B719AB62}" dt="2023-01-21T01:39:01.468" v="165" actId="207"/>
        <pc:sldMkLst>
          <pc:docMk/>
          <pc:sldMk cId="1758649137" sldId="263"/>
        </pc:sldMkLst>
        <pc:spChg chg="add mod">
          <ac:chgData name="Yunlong Jia" userId="6b7af21b-5f2a-4116-95e0-5cdc728d2113" providerId="ADAL" clId="{9994DC8A-7174-9B4A-AE20-7014B719AB62}" dt="2023-01-21T01:39:01.468" v="165" actId="207"/>
          <ac:spMkLst>
            <pc:docMk/>
            <pc:sldMk cId="1758649137" sldId="263"/>
            <ac:spMk id="4" creationId="{81CCEAA3-2B86-C9E6-25BA-AE4B750B092C}"/>
          </ac:spMkLst>
        </pc:spChg>
        <pc:picChg chg="add mod">
          <ac:chgData name="Yunlong Jia" userId="6b7af21b-5f2a-4116-95e0-5cdc728d2113" providerId="ADAL" clId="{9994DC8A-7174-9B4A-AE20-7014B719AB62}" dt="2023-01-21T01:38:55.815" v="164" actId="208"/>
          <ac:picMkLst>
            <pc:docMk/>
            <pc:sldMk cId="1758649137" sldId="263"/>
            <ac:picMk id="2" creationId="{991FD8E4-D874-A526-AA48-BDB8DF5D72C2}"/>
          </ac:picMkLst>
        </pc:picChg>
      </pc:sldChg>
      <pc:sldChg chg="addSp modSp new mod modNotesTx">
        <pc:chgData name="Yunlong Jia" userId="6b7af21b-5f2a-4116-95e0-5cdc728d2113" providerId="ADAL" clId="{9994DC8A-7174-9B4A-AE20-7014B719AB62}" dt="2023-01-21T01:50:22.917" v="499" actId="20577"/>
        <pc:sldMkLst>
          <pc:docMk/>
          <pc:sldMk cId="13387992" sldId="264"/>
        </pc:sldMkLst>
        <pc:spChg chg="add mod">
          <ac:chgData name="Yunlong Jia" userId="6b7af21b-5f2a-4116-95e0-5cdc728d2113" providerId="ADAL" clId="{9994DC8A-7174-9B4A-AE20-7014B719AB62}" dt="2023-01-21T01:44:03.439" v="387" actId="14100"/>
          <ac:spMkLst>
            <pc:docMk/>
            <pc:sldMk cId="13387992" sldId="264"/>
            <ac:spMk id="3" creationId="{CEDF4A7E-2217-0547-0547-9A9ED69A0439}"/>
          </ac:spMkLst>
        </pc:spChg>
        <pc:spChg chg="add mod">
          <ac:chgData name="Yunlong Jia" userId="6b7af21b-5f2a-4116-95e0-5cdc728d2113" providerId="ADAL" clId="{9994DC8A-7174-9B4A-AE20-7014B719AB62}" dt="2023-01-21T01:43:45.985" v="347" actId="1076"/>
          <ac:spMkLst>
            <pc:docMk/>
            <pc:sldMk cId="13387992" sldId="264"/>
            <ac:spMk id="5" creationId="{E9AD2C09-CBE2-3A32-BED0-4BEABC239EC7}"/>
          </ac:spMkLst>
        </pc:spChg>
      </pc:sldChg>
      <pc:sldChg chg="new del">
        <pc:chgData name="Yunlong Jia" userId="6b7af21b-5f2a-4116-95e0-5cdc728d2113" providerId="ADAL" clId="{9994DC8A-7174-9B4A-AE20-7014B719AB62}" dt="2023-01-21T01:49:50.367" v="475" actId="2696"/>
        <pc:sldMkLst>
          <pc:docMk/>
          <pc:sldMk cId="299942272" sldId="265"/>
        </pc:sldMkLst>
      </pc:sldChg>
      <pc:sldChg chg="addSp modSp new mod">
        <pc:chgData name="Yunlong Jia" userId="6b7af21b-5f2a-4116-95e0-5cdc728d2113" providerId="ADAL" clId="{9994DC8A-7174-9B4A-AE20-7014B719AB62}" dt="2023-01-22T04:10:02.424" v="512" actId="207"/>
        <pc:sldMkLst>
          <pc:docMk/>
          <pc:sldMk cId="2718314045" sldId="265"/>
        </pc:sldMkLst>
        <pc:spChg chg="add mod">
          <ac:chgData name="Yunlong Jia" userId="6b7af21b-5f2a-4116-95e0-5cdc728d2113" providerId="ADAL" clId="{9994DC8A-7174-9B4A-AE20-7014B719AB62}" dt="2023-01-22T04:10:02.424" v="512" actId="207"/>
          <ac:spMkLst>
            <pc:docMk/>
            <pc:sldMk cId="2718314045" sldId="265"/>
            <ac:spMk id="3" creationId="{C1DB190B-4B5F-7483-CF22-1DAF13D42C13}"/>
          </ac:spMkLst>
        </pc:spChg>
      </pc:sldChg>
      <pc:sldChg chg="addSp modSp new mod modNotesTx">
        <pc:chgData name="Yunlong Jia" userId="6b7af21b-5f2a-4116-95e0-5cdc728d2113" providerId="ADAL" clId="{9994DC8A-7174-9B4A-AE20-7014B719AB62}" dt="2023-01-22T04:10:23.001" v="536" actId="207"/>
        <pc:sldMkLst>
          <pc:docMk/>
          <pc:sldMk cId="1356625104" sldId="266"/>
        </pc:sldMkLst>
        <pc:spChg chg="add mod">
          <ac:chgData name="Yunlong Jia" userId="6b7af21b-5f2a-4116-95e0-5cdc728d2113" providerId="ADAL" clId="{9994DC8A-7174-9B4A-AE20-7014B719AB62}" dt="2023-01-22T04:10:23.001" v="536" actId="207"/>
          <ac:spMkLst>
            <pc:docMk/>
            <pc:sldMk cId="1356625104" sldId="266"/>
            <ac:spMk id="3" creationId="{0F81B626-6893-7D16-AA98-954C6608588D}"/>
          </ac:spMkLst>
        </pc:spChg>
      </pc:sldChg>
      <pc:sldChg chg="addSp modSp new mod modNotesTx">
        <pc:chgData name="Yunlong Jia" userId="6b7af21b-5f2a-4116-95e0-5cdc728d2113" providerId="ADAL" clId="{9994DC8A-7174-9B4A-AE20-7014B719AB62}" dt="2023-01-24T21:16:56.678" v="637" actId="13926"/>
        <pc:sldMkLst>
          <pc:docMk/>
          <pc:sldMk cId="327526048" sldId="267"/>
        </pc:sldMkLst>
        <pc:spChg chg="add mod">
          <ac:chgData name="Yunlong Jia" userId="6b7af21b-5f2a-4116-95e0-5cdc728d2113" providerId="ADAL" clId="{9994DC8A-7174-9B4A-AE20-7014B719AB62}" dt="2023-01-24T21:14:26.701" v="542" actId="20577"/>
          <ac:spMkLst>
            <pc:docMk/>
            <pc:sldMk cId="327526048" sldId="267"/>
            <ac:spMk id="3" creationId="{79BC04FE-3012-1EE2-1EC0-00835EA4F6AB}"/>
          </ac:spMkLst>
        </pc:spChg>
        <pc:spChg chg="add mod">
          <ac:chgData name="Yunlong Jia" userId="6b7af21b-5f2a-4116-95e0-5cdc728d2113" providerId="ADAL" clId="{9994DC8A-7174-9B4A-AE20-7014B719AB62}" dt="2023-01-24T21:15:23.941" v="616" actId="20577"/>
          <ac:spMkLst>
            <pc:docMk/>
            <pc:sldMk cId="327526048" sldId="267"/>
            <ac:spMk id="5" creationId="{9DB0BF43-D52B-74C7-196D-479BC0ACD330}"/>
          </ac:spMkLst>
        </pc:spChg>
        <pc:spChg chg="add mod">
          <ac:chgData name="Yunlong Jia" userId="6b7af21b-5f2a-4116-95e0-5cdc728d2113" providerId="ADAL" clId="{9994DC8A-7174-9B4A-AE20-7014B719AB62}" dt="2023-01-24T21:16:56.678" v="637" actId="13926"/>
          <ac:spMkLst>
            <pc:docMk/>
            <pc:sldMk cId="327526048" sldId="267"/>
            <ac:spMk id="7" creationId="{C0AA13E9-4256-F4DB-560E-07E57732F615}"/>
          </ac:spMkLst>
        </pc:spChg>
        <pc:picChg chg="add mod">
          <ac:chgData name="Yunlong Jia" userId="6b7af21b-5f2a-4116-95e0-5cdc728d2113" providerId="ADAL" clId="{9994DC8A-7174-9B4A-AE20-7014B719AB62}" dt="2023-01-24T21:14:19.225" v="539" actId="1076"/>
          <ac:picMkLst>
            <pc:docMk/>
            <pc:sldMk cId="327526048" sldId="267"/>
            <ac:picMk id="1026" creationId="{6A417A9B-C02B-824B-EA4E-CB2ED5150461}"/>
          </ac:picMkLst>
        </pc:picChg>
      </pc:sldChg>
    </pc:docChg>
  </pc:docChgLst>
  <pc:docChgLst>
    <pc:chgData name="Yunlong Jia" userId="6b7af21b-5f2a-4116-95e0-5cdc728d2113" providerId="ADAL" clId="{88DCE7FD-C2E5-8243-8D9B-CFF615BACF43}"/>
    <pc:docChg chg="undo custSel addSld delSld modSld sldOrd">
      <pc:chgData name="Yunlong Jia" userId="6b7af21b-5f2a-4116-95e0-5cdc728d2113" providerId="ADAL" clId="{88DCE7FD-C2E5-8243-8D9B-CFF615BACF43}" dt="2024-06-26T17:39:00.085" v="2232" actId="1440"/>
      <pc:docMkLst>
        <pc:docMk/>
      </pc:docMkLst>
      <pc:sldChg chg="new del">
        <pc:chgData name="Yunlong Jia" userId="6b7af21b-5f2a-4116-95e0-5cdc728d2113" providerId="ADAL" clId="{88DCE7FD-C2E5-8243-8D9B-CFF615BACF43}" dt="2024-06-20T20:58:19.998" v="3" actId="2696"/>
        <pc:sldMkLst>
          <pc:docMk/>
          <pc:sldMk cId="3827049177" sldId="256"/>
        </pc:sldMkLst>
      </pc:sldChg>
      <pc:sldChg chg="addSp delSp modSp new mod modNotesTx">
        <pc:chgData name="Yunlong Jia" userId="6b7af21b-5f2a-4116-95e0-5cdc728d2113" providerId="ADAL" clId="{88DCE7FD-C2E5-8243-8D9B-CFF615BACF43}" dt="2024-06-21T07:47:42.363" v="413"/>
        <pc:sldMkLst>
          <pc:docMk/>
          <pc:sldMk cId="4221301317" sldId="257"/>
        </pc:sldMkLst>
        <pc:spChg chg="add del">
          <ac:chgData name="Yunlong Jia" userId="6b7af21b-5f2a-4116-95e0-5cdc728d2113" providerId="ADAL" clId="{88DCE7FD-C2E5-8243-8D9B-CFF615BACF43}" dt="2024-06-20T20:58:33.564" v="5"/>
          <ac:spMkLst>
            <pc:docMk/>
            <pc:sldMk cId="4221301317" sldId="257"/>
            <ac:spMk id="2" creationId="{263AD5F2-3033-E64D-3C4D-C554DEC1296F}"/>
          </ac:spMkLst>
        </pc:spChg>
        <pc:spChg chg="add mod">
          <ac:chgData name="Yunlong Jia" userId="6b7af21b-5f2a-4116-95e0-5cdc728d2113" providerId="ADAL" clId="{88DCE7FD-C2E5-8243-8D9B-CFF615BACF43}" dt="2024-06-21T07:47:42.363" v="413"/>
          <ac:spMkLst>
            <pc:docMk/>
            <pc:sldMk cId="4221301317" sldId="257"/>
            <ac:spMk id="2" creationId="{F6AEE706-C94C-6A71-428C-51F6D862C215}"/>
          </ac:spMkLst>
        </pc:spChg>
        <pc:spChg chg="add del mod">
          <ac:chgData name="Yunlong Jia" userId="6b7af21b-5f2a-4116-95e0-5cdc728d2113" providerId="ADAL" clId="{88DCE7FD-C2E5-8243-8D9B-CFF615BACF43}" dt="2024-06-20T21:27:59.585" v="55" actId="478"/>
          <ac:spMkLst>
            <pc:docMk/>
            <pc:sldMk cId="4221301317" sldId="257"/>
            <ac:spMk id="5" creationId="{978788B9-2B85-5FAC-3CAC-CD8ECB2293BE}"/>
          </ac:spMkLst>
        </pc:spChg>
        <pc:spChg chg="add mod">
          <ac:chgData name="Yunlong Jia" userId="6b7af21b-5f2a-4116-95e0-5cdc728d2113" providerId="ADAL" clId="{88DCE7FD-C2E5-8243-8D9B-CFF615BACF43}" dt="2024-06-21T06:06:32.250" v="251" actId="1076"/>
          <ac:spMkLst>
            <pc:docMk/>
            <pc:sldMk cId="4221301317" sldId="257"/>
            <ac:spMk id="9" creationId="{07803496-3289-34B0-97FD-1FB718072EF9}"/>
          </ac:spMkLst>
        </pc:spChg>
        <pc:spChg chg="add del mod">
          <ac:chgData name="Yunlong Jia" userId="6b7af21b-5f2a-4116-95e0-5cdc728d2113" providerId="ADAL" clId="{88DCE7FD-C2E5-8243-8D9B-CFF615BACF43}" dt="2024-06-21T07:47:42.118" v="412" actId="478"/>
          <ac:spMkLst>
            <pc:docMk/>
            <pc:sldMk cId="4221301317" sldId="257"/>
            <ac:spMk id="11" creationId="{6FC70ADF-AF1B-1E84-018C-8E81E40AE305}"/>
          </ac:spMkLst>
        </pc:spChg>
        <pc:picChg chg="add mod">
          <ac:chgData name="Yunlong Jia" userId="6b7af21b-5f2a-4116-95e0-5cdc728d2113" providerId="ADAL" clId="{88DCE7FD-C2E5-8243-8D9B-CFF615BACF43}" dt="2024-06-20T21:52:31.646" v="84" actId="1076"/>
          <ac:picMkLst>
            <pc:docMk/>
            <pc:sldMk cId="4221301317" sldId="257"/>
            <ac:picMk id="3" creationId="{760D0682-8148-486C-CD58-BE8391C861A7}"/>
          </ac:picMkLst>
        </pc:picChg>
        <pc:picChg chg="add mod">
          <ac:chgData name="Yunlong Jia" userId="6b7af21b-5f2a-4116-95e0-5cdc728d2113" providerId="ADAL" clId="{88DCE7FD-C2E5-8243-8D9B-CFF615BACF43}" dt="2024-06-20T21:27:13.666" v="52" actId="1076"/>
          <ac:picMkLst>
            <pc:docMk/>
            <pc:sldMk cId="4221301317" sldId="257"/>
            <ac:picMk id="7" creationId="{D8FD5EB0-1523-E276-D51D-9A570B236B38}"/>
          </ac:picMkLst>
        </pc:picChg>
      </pc:sldChg>
      <pc:sldChg chg="addSp delSp modSp new mod modNotesTx">
        <pc:chgData name="Yunlong Jia" userId="6b7af21b-5f2a-4116-95e0-5cdc728d2113" providerId="ADAL" clId="{88DCE7FD-C2E5-8243-8D9B-CFF615BACF43}" dt="2024-06-21T07:47:35.074" v="411" actId="14100"/>
        <pc:sldMkLst>
          <pc:docMk/>
          <pc:sldMk cId="3536527528" sldId="258"/>
        </pc:sldMkLst>
        <pc:spChg chg="add mod">
          <ac:chgData name="Yunlong Jia" userId="6b7af21b-5f2a-4116-95e0-5cdc728d2113" providerId="ADAL" clId="{88DCE7FD-C2E5-8243-8D9B-CFF615BACF43}" dt="2024-06-21T07:46:28.516" v="383" actId="14100"/>
          <ac:spMkLst>
            <pc:docMk/>
            <pc:sldMk cId="3536527528" sldId="258"/>
            <ac:spMk id="3" creationId="{1D9C46B5-938D-CC99-4B3C-148A996204F2}"/>
          </ac:spMkLst>
        </pc:spChg>
        <pc:spChg chg="add del mod">
          <ac:chgData name="Yunlong Jia" userId="6b7af21b-5f2a-4116-95e0-5cdc728d2113" providerId="ADAL" clId="{88DCE7FD-C2E5-8243-8D9B-CFF615BACF43}" dt="2024-06-20T23:05:39.148" v="163" actId="478"/>
          <ac:spMkLst>
            <pc:docMk/>
            <pc:sldMk cId="3536527528" sldId="258"/>
            <ac:spMk id="3" creationId="{503E508C-5591-2DF4-A115-A50C9C8AE389}"/>
          </ac:spMkLst>
        </pc:spChg>
        <pc:spChg chg="add mod">
          <ac:chgData name="Yunlong Jia" userId="6b7af21b-5f2a-4116-95e0-5cdc728d2113" providerId="ADAL" clId="{88DCE7FD-C2E5-8243-8D9B-CFF615BACF43}" dt="2024-06-21T07:47:35.074" v="411" actId="14100"/>
          <ac:spMkLst>
            <pc:docMk/>
            <pc:sldMk cId="3536527528" sldId="258"/>
            <ac:spMk id="4" creationId="{37CDDF8D-DC7A-D9EF-7801-169BC1A959A4}"/>
          </ac:spMkLst>
        </pc:spChg>
        <pc:spChg chg="add mod">
          <ac:chgData name="Yunlong Jia" userId="6b7af21b-5f2a-4116-95e0-5cdc728d2113" providerId="ADAL" clId="{88DCE7FD-C2E5-8243-8D9B-CFF615BACF43}" dt="2024-06-21T07:47:06.850" v="387" actId="1035"/>
          <ac:spMkLst>
            <pc:docMk/>
            <pc:sldMk cId="3536527528" sldId="258"/>
            <ac:spMk id="5" creationId="{CBE56478-0C3F-CBA0-D9D0-F996C2F18945}"/>
          </ac:spMkLst>
        </pc:spChg>
        <pc:spChg chg="add mod">
          <ac:chgData name="Yunlong Jia" userId="6b7af21b-5f2a-4116-95e0-5cdc728d2113" providerId="ADAL" clId="{88DCE7FD-C2E5-8243-8D9B-CFF615BACF43}" dt="2024-06-20T23:10:56.475" v="242" actId="1076"/>
          <ac:spMkLst>
            <pc:docMk/>
            <pc:sldMk cId="3536527528" sldId="258"/>
            <ac:spMk id="7" creationId="{549F0EDE-D649-722C-A807-75FFC575AD35}"/>
          </ac:spMkLst>
        </pc:spChg>
        <pc:spChg chg="add mod">
          <ac:chgData name="Yunlong Jia" userId="6b7af21b-5f2a-4116-95e0-5cdc728d2113" providerId="ADAL" clId="{88DCE7FD-C2E5-8243-8D9B-CFF615BACF43}" dt="2024-06-21T07:46:19.705" v="382" actId="208"/>
          <ac:spMkLst>
            <pc:docMk/>
            <pc:sldMk cId="3536527528" sldId="258"/>
            <ac:spMk id="8" creationId="{6612A024-CD24-D465-2DB4-E1AE9F1CED86}"/>
          </ac:spMkLst>
        </pc:spChg>
        <pc:spChg chg="add mod">
          <ac:chgData name="Yunlong Jia" userId="6b7af21b-5f2a-4116-95e0-5cdc728d2113" providerId="ADAL" clId="{88DCE7FD-C2E5-8243-8D9B-CFF615BACF43}" dt="2024-06-20T23:10:56.475" v="242" actId="1076"/>
          <ac:spMkLst>
            <pc:docMk/>
            <pc:sldMk cId="3536527528" sldId="258"/>
            <ac:spMk id="9" creationId="{CD258F7B-7074-EA91-41AD-E670B04167CE}"/>
          </ac:spMkLst>
        </pc:spChg>
        <pc:spChg chg="add mod">
          <ac:chgData name="Yunlong Jia" userId="6b7af21b-5f2a-4116-95e0-5cdc728d2113" providerId="ADAL" clId="{88DCE7FD-C2E5-8243-8D9B-CFF615BACF43}" dt="2024-06-20T23:10:56.475" v="242" actId="1076"/>
          <ac:spMkLst>
            <pc:docMk/>
            <pc:sldMk cId="3536527528" sldId="258"/>
            <ac:spMk id="10" creationId="{B7D5DD16-8F67-2482-CFC4-4B5FF0A2182B}"/>
          </ac:spMkLst>
        </pc:spChg>
        <pc:spChg chg="add mod">
          <ac:chgData name="Yunlong Jia" userId="6b7af21b-5f2a-4116-95e0-5cdc728d2113" providerId="ADAL" clId="{88DCE7FD-C2E5-8243-8D9B-CFF615BACF43}" dt="2024-06-20T23:10:56.475" v="242" actId="1076"/>
          <ac:spMkLst>
            <pc:docMk/>
            <pc:sldMk cId="3536527528" sldId="258"/>
            <ac:spMk id="12" creationId="{479068C7-6A1B-AD41-ACAF-83668A5A4B2C}"/>
          </ac:spMkLst>
        </pc:spChg>
        <pc:spChg chg="add mod">
          <ac:chgData name="Yunlong Jia" userId="6b7af21b-5f2a-4116-95e0-5cdc728d2113" providerId="ADAL" clId="{88DCE7FD-C2E5-8243-8D9B-CFF615BACF43}" dt="2024-06-20T23:10:56.475" v="242" actId="1076"/>
          <ac:spMkLst>
            <pc:docMk/>
            <pc:sldMk cId="3536527528" sldId="258"/>
            <ac:spMk id="14" creationId="{3E2C2F7E-BAEE-6CC4-1733-EC0A2D5C8072}"/>
          </ac:spMkLst>
        </pc:spChg>
        <pc:picChg chg="add mod">
          <ac:chgData name="Yunlong Jia" userId="6b7af21b-5f2a-4116-95e0-5cdc728d2113" providerId="ADAL" clId="{88DCE7FD-C2E5-8243-8D9B-CFF615BACF43}" dt="2024-06-20T23:10:56.475" v="242" actId="1076"/>
          <ac:picMkLst>
            <pc:docMk/>
            <pc:sldMk cId="3536527528" sldId="258"/>
            <ac:picMk id="2" creationId="{81486159-C66F-6E18-1B3E-DA7DB1C55EFC}"/>
          </ac:picMkLst>
        </pc:picChg>
        <pc:picChg chg="add mod">
          <ac:chgData name="Yunlong Jia" userId="6b7af21b-5f2a-4116-95e0-5cdc728d2113" providerId="ADAL" clId="{88DCE7FD-C2E5-8243-8D9B-CFF615BACF43}" dt="2024-06-20T22:48:15.191" v="162" actId="1037"/>
          <ac:picMkLst>
            <pc:docMk/>
            <pc:sldMk cId="3536527528" sldId="258"/>
            <ac:picMk id="6" creationId="{7ED98EF1-0D74-6172-39AB-9234A0697D0A}"/>
          </ac:picMkLst>
        </pc:picChg>
      </pc:sldChg>
      <pc:sldChg chg="del">
        <pc:chgData name="Yunlong Jia" userId="6b7af21b-5f2a-4116-95e0-5cdc728d2113" providerId="ADAL" clId="{88DCE7FD-C2E5-8243-8D9B-CFF615BACF43}" dt="2024-06-20T20:58:14.547" v="0" actId="2696"/>
        <pc:sldMkLst>
          <pc:docMk/>
          <pc:sldMk cId="2165061637" sldId="259"/>
        </pc:sldMkLst>
      </pc:sldChg>
      <pc:sldChg chg="addSp modSp new mod modNotesTx">
        <pc:chgData name="Yunlong Jia" userId="6b7af21b-5f2a-4116-95e0-5cdc728d2113" providerId="ADAL" clId="{88DCE7FD-C2E5-8243-8D9B-CFF615BACF43}" dt="2024-06-21T08:28:53.668" v="561" actId="1076"/>
        <pc:sldMkLst>
          <pc:docMk/>
          <pc:sldMk cId="2778400244" sldId="259"/>
        </pc:sldMkLst>
        <pc:spChg chg="add mod">
          <ac:chgData name="Yunlong Jia" userId="6b7af21b-5f2a-4116-95e0-5cdc728d2113" providerId="ADAL" clId="{88DCE7FD-C2E5-8243-8D9B-CFF615BACF43}" dt="2024-06-21T08:24:15.988" v="517" actId="14100"/>
          <ac:spMkLst>
            <pc:docMk/>
            <pc:sldMk cId="2778400244" sldId="259"/>
            <ac:spMk id="3" creationId="{576D9DF3-9753-828A-8753-2E99DD07A8B8}"/>
          </ac:spMkLst>
        </pc:spChg>
        <pc:spChg chg="add mod">
          <ac:chgData name="Yunlong Jia" userId="6b7af21b-5f2a-4116-95e0-5cdc728d2113" providerId="ADAL" clId="{88DCE7FD-C2E5-8243-8D9B-CFF615BACF43}" dt="2024-06-21T07:57:30.742" v="429" actId="404"/>
          <ac:spMkLst>
            <pc:docMk/>
            <pc:sldMk cId="2778400244" sldId="259"/>
            <ac:spMk id="7" creationId="{903829F4-9F4F-BCAA-30E1-A748220DDD5B}"/>
          </ac:spMkLst>
        </pc:spChg>
        <pc:spChg chg="add mod">
          <ac:chgData name="Yunlong Jia" userId="6b7af21b-5f2a-4116-95e0-5cdc728d2113" providerId="ADAL" clId="{88DCE7FD-C2E5-8243-8D9B-CFF615BACF43}" dt="2024-06-21T08:28:53.668" v="561" actId="1076"/>
          <ac:spMkLst>
            <pc:docMk/>
            <pc:sldMk cId="2778400244" sldId="259"/>
            <ac:spMk id="10" creationId="{D8CF81D6-C7BB-18C4-40DE-C3AEA58681CC}"/>
          </ac:spMkLst>
        </pc:spChg>
        <pc:picChg chg="add mod modCrop">
          <ac:chgData name="Yunlong Jia" userId="6b7af21b-5f2a-4116-95e0-5cdc728d2113" providerId="ADAL" clId="{88DCE7FD-C2E5-8243-8D9B-CFF615BACF43}" dt="2024-06-21T07:57:11.090" v="421" actId="1076"/>
          <ac:picMkLst>
            <pc:docMk/>
            <pc:sldMk cId="2778400244" sldId="259"/>
            <ac:picMk id="5" creationId="{DEBA01FB-FDE9-DA4C-48B0-67E41826FB74}"/>
          </ac:picMkLst>
        </pc:picChg>
        <pc:picChg chg="add mod">
          <ac:chgData name="Yunlong Jia" userId="6b7af21b-5f2a-4116-95e0-5cdc728d2113" providerId="ADAL" clId="{88DCE7FD-C2E5-8243-8D9B-CFF615BACF43}" dt="2024-06-21T08:28:53.668" v="561" actId="1076"/>
          <ac:picMkLst>
            <pc:docMk/>
            <pc:sldMk cId="2778400244" sldId="259"/>
            <ac:picMk id="8" creationId="{9988874B-0336-AB03-8DB7-0E9814B7F259}"/>
          </ac:picMkLst>
        </pc:picChg>
      </pc:sldChg>
      <pc:sldChg chg="del">
        <pc:chgData name="Yunlong Jia" userId="6b7af21b-5f2a-4116-95e0-5cdc728d2113" providerId="ADAL" clId="{88DCE7FD-C2E5-8243-8D9B-CFF615BACF43}" dt="2024-06-20T20:58:14.547" v="0" actId="2696"/>
        <pc:sldMkLst>
          <pc:docMk/>
          <pc:sldMk cId="46119860" sldId="260"/>
        </pc:sldMkLst>
      </pc:sldChg>
      <pc:sldChg chg="addSp delSp modSp new mod modNotesTx">
        <pc:chgData name="Yunlong Jia" userId="6b7af21b-5f2a-4116-95e0-5cdc728d2113" providerId="ADAL" clId="{88DCE7FD-C2E5-8243-8D9B-CFF615BACF43}" dt="2024-06-21T08:50:23.585" v="628" actId="113"/>
        <pc:sldMkLst>
          <pc:docMk/>
          <pc:sldMk cId="1773412376" sldId="260"/>
        </pc:sldMkLst>
        <pc:spChg chg="add mod">
          <ac:chgData name="Yunlong Jia" userId="6b7af21b-5f2a-4116-95e0-5cdc728d2113" providerId="ADAL" clId="{88DCE7FD-C2E5-8243-8D9B-CFF615BACF43}" dt="2024-06-21T08:28:36.124" v="557" actId="113"/>
          <ac:spMkLst>
            <pc:docMk/>
            <pc:sldMk cId="1773412376" sldId="260"/>
            <ac:spMk id="4" creationId="{7293263B-92C4-C178-DA70-666F1E36D10A}"/>
          </ac:spMkLst>
        </pc:spChg>
        <pc:spChg chg="add del">
          <ac:chgData name="Yunlong Jia" userId="6b7af21b-5f2a-4116-95e0-5cdc728d2113" providerId="ADAL" clId="{88DCE7FD-C2E5-8243-8D9B-CFF615BACF43}" dt="2024-06-21T08:48:10.207" v="569"/>
          <ac:spMkLst>
            <pc:docMk/>
            <pc:sldMk cId="1773412376" sldId="260"/>
            <ac:spMk id="5" creationId="{3C71FD3C-9EF8-F9C9-6763-263659762838}"/>
          </ac:spMkLst>
        </pc:spChg>
        <pc:spChg chg="add del">
          <ac:chgData name="Yunlong Jia" userId="6b7af21b-5f2a-4116-95e0-5cdc728d2113" providerId="ADAL" clId="{88DCE7FD-C2E5-8243-8D9B-CFF615BACF43}" dt="2024-06-21T08:48:20.071" v="571"/>
          <ac:spMkLst>
            <pc:docMk/>
            <pc:sldMk cId="1773412376" sldId="260"/>
            <ac:spMk id="6" creationId="{555E35FD-E1CE-8DB6-6CFC-E5A91D13E2C2}"/>
          </ac:spMkLst>
        </pc:spChg>
        <pc:spChg chg="add del">
          <ac:chgData name="Yunlong Jia" userId="6b7af21b-5f2a-4116-95e0-5cdc728d2113" providerId="ADAL" clId="{88DCE7FD-C2E5-8243-8D9B-CFF615BACF43}" dt="2024-06-21T08:48:24.894" v="573"/>
          <ac:spMkLst>
            <pc:docMk/>
            <pc:sldMk cId="1773412376" sldId="260"/>
            <ac:spMk id="7" creationId="{2BDC402C-54EB-51A6-2DCD-1E7AA2040B8E}"/>
          </ac:spMkLst>
        </pc:spChg>
        <pc:spChg chg="add mod">
          <ac:chgData name="Yunlong Jia" userId="6b7af21b-5f2a-4116-95e0-5cdc728d2113" providerId="ADAL" clId="{88DCE7FD-C2E5-8243-8D9B-CFF615BACF43}" dt="2024-06-21T08:50:23.585" v="628" actId="113"/>
          <ac:spMkLst>
            <pc:docMk/>
            <pc:sldMk cId="1773412376" sldId="260"/>
            <ac:spMk id="13" creationId="{516F04B8-E0AA-DC89-5730-572C591071FB}"/>
          </ac:spMkLst>
        </pc:spChg>
        <pc:picChg chg="add mod modCrop">
          <ac:chgData name="Yunlong Jia" userId="6b7af21b-5f2a-4116-95e0-5cdc728d2113" providerId="ADAL" clId="{88DCE7FD-C2E5-8243-8D9B-CFF615BACF43}" dt="2024-06-21T08:49:28.664" v="596" actId="14100"/>
          <ac:picMkLst>
            <pc:docMk/>
            <pc:sldMk cId="1773412376" sldId="260"/>
            <ac:picMk id="2" creationId="{79D17300-DEF7-41C7-52BA-AAC881A41CFB}"/>
          </ac:picMkLst>
        </pc:picChg>
        <pc:picChg chg="add mod">
          <ac:chgData name="Yunlong Jia" userId="6b7af21b-5f2a-4116-95e0-5cdc728d2113" providerId="ADAL" clId="{88DCE7FD-C2E5-8243-8D9B-CFF615BACF43}" dt="2024-06-21T08:49:23.844" v="594" actId="14100"/>
          <ac:picMkLst>
            <pc:docMk/>
            <pc:sldMk cId="1773412376" sldId="260"/>
            <ac:picMk id="9" creationId="{A471A6B7-A383-CD79-441E-8716138B9CB6}"/>
          </ac:picMkLst>
        </pc:picChg>
        <pc:picChg chg="add mod">
          <ac:chgData name="Yunlong Jia" userId="6b7af21b-5f2a-4116-95e0-5cdc728d2113" providerId="ADAL" clId="{88DCE7FD-C2E5-8243-8D9B-CFF615BACF43}" dt="2024-06-21T08:49:19.024" v="592" actId="14100"/>
          <ac:picMkLst>
            <pc:docMk/>
            <pc:sldMk cId="1773412376" sldId="260"/>
            <ac:picMk id="11" creationId="{121C2776-51B0-9116-030A-56A1E90E5222}"/>
          </ac:picMkLst>
        </pc:picChg>
      </pc:sldChg>
      <pc:sldChg chg="del">
        <pc:chgData name="Yunlong Jia" userId="6b7af21b-5f2a-4116-95e0-5cdc728d2113" providerId="ADAL" clId="{88DCE7FD-C2E5-8243-8D9B-CFF615BACF43}" dt="2024-06-20T20:58:14.547" v="0" actId="2696"/>
        <pc:sldMkLst>
          <pc:docMk/>
          <pc:sldMk cId="838995620" sldId="261"/>
        </pc:sldMkLst>
      </pc:sldChg>
      <pc:sldChg chg="addSp modSp new mod">
        <pc:chgData name="Yunlong Jia" userId="6b7af21b-5f2a-4116-95e0-5cdc728d2113" providerId="ADAL" clId="{88DCE7FD-C2E5-8243-8D9B-CFF615BACF43}" dt="2024-06-21T09:38:32.287" v="673" actId="208"/>
        <pc:sldMkLst>
          <pc:docMk/>
          <pc:sldMk cId="1736321609" sldId="261"/>
        </pc:sldMkLst>
        <pc:spChg chg="add mod">
          <ac:chgData name="Yunlong Jia" userId="6b7af21b-5f2a-4116-95e0-5cdc728d2113" providerId="ADAL" clId="{88DCE7FD-C2E5-8243-8D9B-CFF615BACF43}" dt="2024-06-21T09:32:24.391" v="667" actId="14100"/>
          <ac:spMkLst>
            <pc:docMk/>
            <pc:sldMk cId="1736321609" sldId="261"/>
            <ac:spMk id="2" creationId="{F0A8D4B4-2721-7B21-5644-C4633C3CF130}"/>
          </ac:spMkLst>
        </pc:spChg>
        <pc:spChg chg="add mod">
          <ac:chgData name="Yunlong Jia" userId="6b7af21b-5f2a-4116-95e0-5cdc728d2113" providerId="ADAL" clId="{88DCE7FD-C2E5-8243-8D9B-CFF615BACF43}" dt="2024-06-21T09:38:32.287" v="673" actId="208"/>
          <ac:spMkLst>
            <pc:docMk/>
            <pc:sldMk cId="1736321609" sldId="261"/>
            <ac:spMk id="6" creationId="{C0BC5F5F-4CD9-2DFF-3ACC-9CCD1A8662A6}"/>
          </ac:spMkLst>
        </pc:spChg>
        <pc:picChg chg="add mod">
          <ac:chgData name="Yunlong Jia" userId="6b7af21b-5f2a-4116-95e0-5cdc728d2113" providerId="ADAL" clId="{88DCE7FD-C2E5-8243-8D9B-CFF615BACF43}" dt="2024-06-21T08:57:54.164" v="636" actId="1076"/>
          <ac:picMkLst>
            <pc:docMk/>
            <pc:sldMk cId="1736321609" sldId="261"/>
            <ac:picMk id="4" creationId="{AFAF25AB-F9BE-2F51-43D0-28B6E1B09AEF}"/>
          </ac:picMkLst>
        </pc:picChg>
        <pc:picChg chg="add mod">
          <ac:chgData name="Yunlong Jia" userId="6b7af21b-5f2a-4116-95e0-5cdc728d2113" providerId="ADAL" clId="{88DCE7FD-C2E5-8243-8D9B-CFF615BACF43}" dt="2024-06-21T09:32:00.628" v="645" actId="14100"/>
          <ac:picMkLst>
            <pc:docMk/>
            <pc:sldMk cId="1736321609" sldId="261"/>
            <ac:picMk id="5" creationId="{9880E983-A277-D992-DFDE-7A276A1767E7}"/>
          </ac:picMkLst>
        </pc:picChg>
      </pc:sldChg>
      <pc:sldChg chg="del">
        <pc:chgData name="Yunlong Jia" userId="6b7af21b-5f2a-4116-95e0-5cdc728d2113" providerId="ADAL" clId="{88DCE7FD-C2E5-8243-8D9B-CFF615BACF43}" dt="2024-06-20T20:58:14.547" v="0" actId="2696"/>
        <pc:sldMkLst>
          <pc:docMk/>
          <pc:sldMk cId="1525905957" sldId="262"/>
        </pc:sldMkLst>
      </pc:sldChg>
      <pc:sldChg chg="addSp delSp modSp new mod modNotesTx">
        <pc:chgData name="Yunlong Jia" userId="6b7af21b-5f2a-4116-95e0-5cdc728d2113" providerId="ADAL" clId="{88DCE7FD-C2E5-8243-8D9B-CFF615BACF43}" dt="2024-06-21T10:40:18.987" v="770" actId="790"/>
        <pc:sldMkLst>
          <pc:docMk/>
          <pc:sldMk cId="2224340315" sldId="262"/>
        </pc:sldMkLst>
        <pc:spChg chg="add mod">
          <ac:chgData name="Yunlong Jia" userId="6b7af21b-5f2a-4116-95e0-5cdc728d2113" providerId="ADAL" clId="{88DCE7FD-C2E5-8243-8D9B-CFF615BACF43}" dt="2024-06-21T10:40:18.987" v="770" actId="790"/>
          <ac:spMkLst>
            <pc:docMk/>
            <pc:sldMk cId="2224340315" sldId="262"/>
            <ac:spMk id="3" creationId="{3B880C68-28C9-BCA7-A166-847B728C48EB}"/>
          </ac:spMkLst>
        </pc:spChg>
        <pc:spChg chg="add mod">
          <ac:chgData name="Yunlong Jia" userId="6b7af21b-5f2a-4116-95e0-5cdc728d2113" providerId="ADAL" clId="{88DCE7FD-C2E5-8243-8D9B-CFF615BACF43}" dt="2024-06-21T10:34:19.944" v="750" actId="1076"/>
          <ac:spMkLst>
            <pc:docMk/>
            <pc:sldMk cId="2224340315" sldId="262"/>
            <ac:spMk id="7" creationId="{3593089A-B475-B264-6E7E-4E4879E39CE1}"/>
          </ac:spMkLst>
        </pc:spChg>
        <pc:spChg chg="add mod">
          <ac:chgData name="Yunlong Jia" userId="6b7af21b-5f2a-4116-95e0-5cdc728d2113" providerId="ADAL" clId="{88DCE7FD-C2E5-8243-8D9B-CFF615BACF43}" dt="2024-06-21T10:34:32.584" v="763" actId="14100"/>
          <ac:spMkLst>
            <pc:docMk/>
            <pc:sldMk cId="2224340315" sldId="262"/>
            <ac:spMk id="10" creationId="{B008C995-8735-3B55-BCF4-31DF35AFFF4D}"/>
          </ac:spMkLst>
        </pc:spChg>
        <pc:picChg chg="add del mod">
          <ac:chgData name="Yunlong Jia" userId="6b7af21b-5f2a-4116-95e0-5cdc728d2113" providerId="ADAL" clId="{88DCE7FD-C2E5-8243-8D9B-CFF615BACF43}" dt="2024-06-21T10:33:33.037" v="735" actId="478"/>
          <ac:picMkLst>
            <pc:docMk/>
            <pc:sldMk cId="2224340315" sldId="262"/>
            <ac:picMk id="2" creationId="{448269A8-2E13-3E06-E00A-C21DAA6E064B}"/>
          </ac:picMkLst>
        </pc:picChg>
        <pc:picChg chg="add mod">
          <ac:chgData name="Yunlong Jia" userId="6b7af21b-5f2a-4116-95e0-5cdc728d2113" providerId="ADAL" clId="{88DCE7FD-C2E5-8243-8D9B-CFF615BACF43}" dt="2024-06-21T10:34:15.522" v="749" actId="1076"/>
          <ac:picMkLst>
            <pc:docMk/>
            <pc:sldMk cId="2224340315" sldId="262"/>
            <ac:picMk id="5" creationId="{2FEFB6E8-D71F-7C22-7FAB-EE80D50F77F4}"/>
          </ac:picMkLst>
        </pc:picChg>
        <pc:picChg chg="add mod">
          <ac:chgData name="Yunlong Jia" userId="6b7af21b-5f2a-4116-95e0-5cdc728d2113" providerId="ADAL" clId="{88DCE7FD-C2E5-8243-8D9B-CFF615BACF43}" dt="2024-06-21T10:34:13.647" v="748" actId="1076"/>
          <ac:picMkLst>
            <pc:docMk/>
            <pc:sldMk cId="2224340315" sldId="262"/>
            <ac:picMk id="9" creationId="{11EF9E2B-327C-F124-745F-BF2FDC5DD9E0}"/>
          </ac:picMkLst>
        </pc:picChg>
      </pc:sldChg>
      <pc:sldChg chg="del">
        <pc:chgData name="Yunlong Jia" userId="6b7af21b-5f2a-4116-95e0-5cdc728d2113" providerId="ADAL" clId="{88DCE7FD-C2E5-8243-8D9B-CFF615BACF43}" dt="2024-06-20T20:58:14.547" v="0" actId="2696"/>
        <pc:sldMkLst>
          <pc:docMk/>
          <pc:sldMk cId="1758649137" sldId="263"/>
        </pc:sldMkLst>
      </pc:sldChg>
      <pc:sldChg chg="addSp modSp new mod modNotesTx">
        <pc:chgData name="Yunlong Jia" userId="6b7af21b-5f2a-4116-95e0-5cdc728d2113" providerId="ADAL" clId="{88DCE7FD-C2E5-8243-8D9B-CFF615BACF43}" dt="2024-06-21T10:48:59.336" v="808" actId="1076"/>
        <pc:sldMkLst>
          <pc:docMk/>
          <pc:sldMk cId="3034928643" sldId="263"/>
        </pc:sldMkLst>
        <pc:spChg chg="add mod">
          <ac:chgData name="Yunlong Jia" userId="6b7af21b-5f2a-4116-95e0-5cdc728d2113" providerId="ADAL" clId="{88DCE7FD-C2E5-8243-8D9B-CFF615BACF43}" dt="2024-06-21T10:40:24.460" v="772" actId="14100"/>
          <ac:spMkLst>
            <pc:docMk/>
            <pc:sldMk cId="3034928643" sldId="263"/>
            <ac:spMk id="4" creationId="{E3E0CF22-4882-E0EB-8A30-D221F0867B1C}"/>
          </ac:spMkLst>
        </pc:spChg>
        <pc:spChg chg="add mod">
          <ac:chgData name="Yunlong Jia" userId="6b7af21b-5f2a-4116-95e0-5cdc728d2113" providerId="ADAL" clId="{88DCE7FD-C2E5-8243-8D9B-CFF615BACF43}" dt="2024-06-21T10:48:06.601" v="777" actId="1076"/>
          <ac:spMkLst>
            <pc:docMk/>
            <pc:sldMk cId="3034928643" sldId="263"/>
            <ac:spMk id="7" creationId="{EB1B49EA-94E9-2918-1D2D-7201F89E4B9F}"/>
          </ac:spMkLst>
        </pc:spChg>
        <pc:spChg chg="add mod">
          <ac:chgData name="Yunlong Jia" userId="6b7af21b-5f2a-4116-95e0-5cdc728d2113" providerId="ADAL" clId="{88DCE7FD-C2E5-8243-8D9B-CFF615BACF43}" dt="2024-06-21T10:48:06.601" v="777" actId="1076"/>
          <ac:spMkLst>
            <pc:docMk/>
            <pc:sldMk cId="3034928643" sldId="263"/>
            <ac:spMk id="8" creationId="{603FE59F-5306-1675-B321-5B9E6CE86070}"/>
          </ac:spMkLst>
        </pc:spChg>
        <pc:spChg chg="add mod">
          <ac:chgData name="Yunlong Jia" userId="6b7af21b-5f2a-4116-95e0-5cdc728d2113" providerId="ADAL" clId="{88DCE7FD-C2E5-8243-8D9B-CFF615BACF43}" dt="2024-06-21T10:48:06.601" v="777" actId="1076"/>
          <ac:spMkLst>
            <pc:docMk/>
            <pc:sldMk cId="3034928643" sldId="263"/>
            <ac:spMk id="9" creationId="{C38D5A02-FD59-B8BC-086E-6FA22DDE76FE}"/>
          </ac:spMkLst>
        </pc:spChg>
        <pc:spChg chg="add mod">
          <ac:chgData name="Yunlong Jia" userId="6b7af21b-5f2a-4116-95e0-5cdc728d2113" providerId="ADAL" clId="{88DCE7FD-C2E5-8243-8D9B-CFF615BACF43}" dt="2024-06-21T10:48:59.336" v="808" actId="1076"/>
          <ac:spMkLst>
            <pc:docMk/>
            <pc:sldMk cId="3034928643" sldId="263"/>
            <ac:spMk id="11" creationId="{CD1D72E7-792E-72C7-F351-73C519BAFE04}"/>
          </ac:spMkLst>
        </pc:spChg>
        <pc:picChg chg="add mod">
          <ac:chgData name="Yunlong Jia" userId="6b7af21b-5f2a-4116-95e0-5cdc728d2113" providerId="ADAL" clId="{88DCE7FD-C2E5-8243-8D9B-CFF615BACF43}" dt="2024-06-21T10:40:12.540" v="769" actId="14100"/>
          <ac:picMkLst>
            <pc:docMk/>
            <pc:sldMk cId="3034928643" sldId="263"/>
            <ac:picMk id="3" creationId="{A510BB16-157D-ABC1-B441-4C0FBC9FE567}"/>
          </ac:picMkLst>
        </pc:picChg>
        <pc:picChg chg="add mod">
          <ac:chgData name="Yunlong Jia" userId="6b7af21b-5f2a-4116-95e0-5cdc728d2113" providerId="ADAL" clId="{88DCE7FD-C2E5-8243-8D9B-CFF615BACF43}" dt="2024-06-21T10:47:12.639" v="775" actId="14100"/>
          <ac:picMkLst>
            <pc:docMk/>
            <pc:sldMk cId="3034928643" sldId="263"/>
            <ac:picMk id="6" creationId="{D3A2D1FF-3F16-D023-1A52-91A924F72F95}"/>
          </ac:picMkLst>
        </pc:picChg>
      </pc:sldChg>
      <pc:sldChg chg="del">
        <pc:chgData name="Yunlong Jia" userId="6b7af21b-5f2a-4116-95e0-5cdc728d2113" providerId="ADAL" clId="{88DCE7FD-C2E5-8243-8D9B-CFF615BACF43}" dt="2024-06-20T20:58:14.547" v="0" actId="2696"/>
        <pc:sldMkLst>
          <pc:docMk/>
          <pc:sldMk cId="13387992" sldId="264"/>
        </pc:sldMkLst>
      </pc:sldChg>
      <pc:sldChg chg="addSp delSp modSp new mod modNotesTx">
        <pc:chgData name="Yunlong Jia" userId="6b7af21b-5f2a-4116-95e0-5cdc728d2113" providerId="ADAL" clId="{88DCE7FD-C2E5-8243-8D9B-CFF615BACF43}" dt="2024-06-21T15:21:57.163" v="1101" actId="1036"/>
        <pc:sldMkLst>
          <pc:docMk/>
          <pc:sldMk cId="4151353335" sldId="264"/>
        </pc:sldMkLst>
        <pc:spChg chg="add mod">
          <ac:chgData name="Yunlong Jia" userId="6b7af21b-5f2a-4116-95e0-5cdc728d2113" providerId="ADAL" clId="{88DCE7FD-C2E5-8243-8D9B-CFF615BACF43}" dt="2024-06-21T15:09:02.201" v="972" actId="14100"/>
          <ac:spMkLst>
            <pc:docMk/>
            <pc:sldMk cId="4151353335" sldId="264"/>
            <ac:spMk id="3" creationId="{28BF87FB-98DA-9858-5AF2-5BAEAC05161B}"/>
          </ac:spMkLst>
        </pc:spChg>
        <pc:spChg chg="add mod">
          <ac:chgData name="Yunlong Jia" userId="6b7af21b-5f2a-4116-95e0-5cdc728d2113" providerId="ADAL" clId="{88DCE7FD-C2E5-8243-8D9B-CFF615BACF43}" dt="2024-06-21T15:21:48.613" v="1091" actId="1076"/>
          <ac:spMkLst>
            <pc:docMk/>
            <pc:sldMk cId="4151353335" sldId="264"/>
            <ac:spMk id="7" creationId="{90B5F92A-CFB8-AB1B-DB83-D1E9B325AFB7}"/>
          </ac:spMkLst>
        </pc:spChg>
        <pc:picChg chg="add del mod">
          <ac:chgData name="Yunlong Jia" userId="6b7af21b-5f2a-4116-95e0-5cdc728d2113" providerId="ADAL" clId="{88DCE7FD-C2E5-8243-8D9B-CFF615BACF43}" dt="2024-06-21T15:08:26.122" v="950" actId="478"/>
          <ac:picMkLst>
            <pc:docMk/>
            <pc:sldMk cId="4151353335" sldId="264"/>
            <ac:picMk id="4" creationId="{71F5087D-C494-86AE-B3CB-9A8CCB374E31}"/>
          </ac:picMkLst>
        </pc:picChg>
        <pc:picChg chg="add mod">
          <ac:chgData name="Yunlong Jia" userId="6b7af21b-5f2a-4116-95e0-5cdc728d2113" providerId="ADAL" clId="{88DCE7FD-C2E5-8243-8D9B-CFF615BACF43}" dt="2024-06-21T15:21:34.746" v="1087" actId="1076"/>
          <ac:picMkLst>
            <pc:docMk/>
            <pc:sldMk cId="4151353335" sldId="264"/>
            <ac:picMk id="5" creationId="{B91DAEA4-BE68-E7D9-CF75-936C702953F0}"/>
          </ac:picMkLst>
        </pc:picChg>
        <pc:picChg chg="add mod">
          <ac:chgData name="Yunlong Jia" userId="6b7af21b-5f2a-4116-95e0-5cdc728d2113" providerId="ADAL" clId="{88DCE7FD-C2E5-8243-8D9B-CFF615BACF43}" dt="2024-06-21T15:21:57.163" v="1101" actId="1036"/>
          <ac:picMkLst>
            <pc:docMk/>
            <pc:sldMk cId="4151353335" sldId="264"/>
            <ac:picMk id="9" creationId="{458771A3-91E0-1DD0-F011-B4978C4B1FBA}"/>
          </ac:picMkLst>
        </pc:picChg>
      </pc:sldChg>
      <pc:sldChg chg="del">
        <pc:chgData name="Yunlong Jia" userId="6b7af21b-5f2a-4116-95e0-5cdc728d2113" providerId="ADAL" clId="{88DCE7FD-C2E5-8243-8D9B-CFF615BACF43}" dt="2024-06-20T20:58:14.547" v="0" actId="2696"/>
        <pc:sldMkLst>
          <pc:docMk/>
          <pc:sldMk cId="2718314045" sldId="265"/>
        </pc:sldMkLst>
      </pc:sldChg>
      <pc:sldChg chg="addSp modSp new mod modNotesTx">
        <pc:chgData name="Yunlong Jia" userId="6b7af21b-5f2a-4116-95e0-5cdc728d2113" providerId="ADAL" clId="{88DCE7FD-C2E5-8243-8D9B-CFF615BACF43}" dt="2024-06-21T15:20:39.429" v="1077" actId="1440"/>
        <pc:sldMkLst>
          <pc:docMk/>
          <pc:sldMk cId="2991402958" sldId="265"/>
        </pc:sldMkLst>
        <pc:spChg chg="add mod">
          <ac:chgData name="Yunlong Jia" userId="6b7af21b-5f2a-4116-95e0-5cdc728d2113" providerId="ADAL" clId="{88DCE7FD-C2E5-8243-8D9B-CFF615BACF43}" dt="2024-06-21T15:20:26.966" v="1075" actId="1076"/>
          <ac:spMkLst>
            <pc:docMk/>
            <pc:sldMk cId="2991402958" sldId="265"/>
            <ac:spMk id="5" creationId="{AF1FB531-8D6F-EB76-14DE-346BA082E619}"/>
          </ac:spMkLst>
        </pc:spChg>
        <pc:spChg chg="add mod">
          <ac:chgData name="Yunlong Jia" userId="6b7af21b-5f2a-4116-95e0-5cdc728d2113" providerId="ADAL" clId="{88DCE7FD-C2E5-8243-8D9B-CFF615BACF43}" dt="2024-06-21T15:20:32.487" v="1076"/>
          <ac:spMkLst>
            <pc:docMk/>
            <pc:sldMk cId="2991402958" sldId="265"/>
            <ac:spMk id="6" creationId="{E473F194-F23B-FC40-33F6-E98EB5C9BF59}"/>
          </ac:spMkLst>
        </pc:spChg>
        <pc:picChg chg="add mod">
          <ac:chgData name="Yunlong Jia" userId="6b7af21b-5f2a-4116-95e0-5cdc728d2113" providerId="ADAL" clId="{88DCE7FD-C2E5-8243-8D9B-CFF615BACF43}" dt="2024-06-21T15:20:39.429" v="1077" actId="1440"/>
          <ac:picMkLst>
            <pc:docMk/>
            <pc:sldMk cId="2991402958" sldId="265"/>
            <ac:picMk id="3" creationId="{9D242A95-8E79-E3D6-F1E1-97E9299D0C12}"/>
          </ac:picMkLst>
        </pc:picChg>
      </pc:sldChg>
      <pc:sldChg chg="addSp delSp modSp new mod modNotesTx">
        <pc:chgData name="Yunlong Jia" userId="6b7af21b-5f2a-4116-95e0-5cdc728d2113" providerId="ADAL" clId="{88DCE7FD-C2E5-8243-8D9B-CFF615BACF43}" dt="2024-06-21T16:01:04.442" v="1150" actId="1076"/>
        <pc:sldMkLst>
          <pc:docMk/>
          <pc:sldMk cId="984055076" sldId="266"/>
        </pc:sldMkLst>
        <pc:spChg chg="add mod">
          <ac:chgData name="Yunlong Jia" userId="6b7af21b-5f2a-4116-95e0-5cdc728d2113" providerId="ADAL" clId="{88DCE7FD-C2E5-8243-8D9B-CFF615BACF43}" dt="2024-06-21T15:46:06.536" v="1110"/>
          <ac:spMkLst>
            <pc:docMk/>
            <pc:sldMk cId="984055076" sldId="266"/>
            <ac:spMk id="5" creationId="{B987F5F4-8F87-F26F-B187-2E7341D23278}"/>
          </ac:spMkLst>
        </pc:spChg>
        <pc:spChg chg="add del mod">
          <ac:chgData name="Yunlong Jia" userId="6b7af21b-5f2a-4116-95e0-5cdc728d2113" providerId="ADAL" clId="{88DCE7FD-C2E5-8243-8D9B-CFF615BACF43}" dt="2024-06-21T15:51:30.618" v="1149" actId="478"/>
          <ac:spMkLst>
            <pc:docMk/>
            <pc:sldMk cId="984055076" sldId="266"/>
            <ac:spMk id="7" creationId="{C75F73FB-BBA9-CE74-556F-C1579398758F}"/>
          </ac:spMkLst>
        </pc:spChg>
        <pc:spChg chg="add mod">
          <ac:chgData name="Yunlong Jia" userId="6b7af21b-5f2a-4116-95e0-5cdc728d2113" providerId="ADAL" clId="{88DCE7FD-C2E5-8243-8D9B-CFF615BACF43}" dt="2024-06-21T15:48:18.363" v="1135" actId="14100"/>
          <ac:spMkLst>
            <pc:docMk/>
            <pc:sldMk cId="984055076" sldId="266"/>
            <ac:spMk id="8" creationId="{13ABE28F-EAF9-4762-CA73-E2F106E5EFC4}"/>
          </ac:spMkLst>
        </pc:spChg>
        <pc:spChg chg="add mod">
          <ac:chgData name="Yunlong Jia" userId="6b7af21b-5f2a-4116-95e0-5cdc728d2113" providerId="ADAL" clId="{88DCE7FD-C2E5-8243-8D9B-CFF615BACF43}" dt="2024-06-21T15:48:21.220" v="1136" actId="14100"/>
          <ac:spMkLst>
            <pc:docMk/>
            <pc:sldMk cId="984055076" sldId="266"/>
            <ac:spMk id="9" creationId="{C59E8446-89ED-46B5-7A48-CB550FF0C0F3}"/>
          </ac:spMkLst>
        </pc:spChg>
        <pc:spChg chg="add mod">
          <ac:chgData name="Yunlong Jia" userId="6b7af21b-5f2a-4116-95e0-5cdc728d2113" providerId="ADAL" clId="{88DCE7FD-C2E5-8243-8D9B-CFF615BACF43}" dt="2024-06-21T15:48:27.156" v="1139" actId="14100"/>
          <ac:spMkLst>
            <pc:docMk/>
            <pc:sldMk cId="984055076" sldId="266"/>
            <ac:spMk id="10" creationId="{6789EE96-1174-F7E7-693A-977E7078932E}"/>
          </ac:spMkLst>
        </pc:spChg>
        <pc:spChg chg="add mod">
          <ac:chgData name="Yunlong Jia" userId="6b7af21b-5f2a-4116-95e0-5cdc728d2113" providerId="ADAL" clId="{88DCE7FD-C2E5-8243-8D9B-CFF615BACF43}" dt="2024-06-21T15:48:51.140" v="1143" actId="14100"/>
          <ac:spMkLst>
            <pc:docMk/>
            <pc:sldMk cId="984055076" sldId="266"/>
            <ac:spMk id="11" creationId="{4ABE5F03-C5B9-722E-0241-06929F1EEA05}"/>
          </ac:spMkLst>
        </pc:spChg>
        <pc:spChg chg="add mod">
          <ac:chgData name="Yunlong Jia" userId="6b7af21b-5f2a-4116-95e0-5cdc728d2113" providerId="ADAL" clId="{88DCE7FD-C2E5-8243-8D9B-CFF615BACF43}" dt="2024-06-21T15:49:28.140" v="1146" actId="14100"/>
          <ac:spMkLst>
            <pc:docMk/>
            <pc:sldMk cId="984055076" sldId="266"/>
            <ac:spMk id="12" creationId="{E440C963-1306-D85C-35DD-B19EC75361D3}"/>
          </ac:spMkLst>
        </pc:spChg>
        <pc:spChg chg="add mod">
          <ac:chgData name="Yunlong Jia" userId="6b7af21b-5f2a-4116-95e0-5cdc728d2113" providerId="ADAL" clId="{88DCE7FD-C2E5-8243-8D9B-CFF615BACF43}" dt="2024-06-21T15:49:44.082" v="1148" actId="1076"/>
          <ac:spMkLst>
            <pc:docMk/>
            <pc:sldMk cId="984055076" sldId="266"/>
            <ac:spMk id="13" creationId="{2A6ABF94-AB38-3749-27C7-0F0A2D5F0DF5}"/>
          </ac:spMkLst>
        </pc:spChg>
        <pc:picChg chg="add mod">
          <ac:chgData name="Yunlong Jia" userId="6b7af21b-5f2a-4116-95e0-5cdc728d2113" providerId="ADAL" clId="{88DCE7FD-C2E5-8243-8D9B-CFF615BACF43}" dt="2024-06-21T15:48:35.384" v="1141" actId="1076"/>
          <ac:picMkLst>
            <pc:docMk/>
            <pc:sldMk cId="984055076" sldId="266"/>
            <ac:picMk id="3" creationId="{BACFBAB7-E85D-D3CD-2C74-4E4F3B704FA0}"/>
          </ac:picMkLst>
        </pc:picChg>
        <pc:picChg chg="add mod">
          <ac:chgData name="Yunlong Jia" userId="6b7af21b-5f2a-4116-95e0-5cdc728d2113" providerId="ADAL" clId="{88DCE7FD-C2E5-8243-8D9B-CFF615BACF43}" dt="2024-06-21T16:01:04.442" v="1150" actId="1076"/>
          <ac:picMkLst>
            <pc:docMk/>
            <pc:sldMk cId="984055076" sldId="266"/>
            <ac:picMk id="4" creationId="{553EE9A1-D1CD-679C-B06F-5486027E8319}"/>
          </ac:picMkLst>
        </pc:picChg>
      </pc:sldChg>
      <pc:sldChg chg="del">
        <pc:chgData name="Yunlong Jia" userId="6b7af21b-5f2a-4116-95e0-5cdc728d2113" providerId="ADAL" clId="{88DCE7FD-C2E5-8243-8D9B-CFF615BACF43}" dt="2024-06-20T20:58:14.547" v="0" actId="2696"/>
        <pc:sldMkLst>
          <pc:docMk/>
          <pc:sldMk cId="1356625104" sldId="266"/>
        </pc:sldMkLst>
      </pc:sldChg>
      <pc:sldChg chg="addSp delSp modSp new mod modNotesTx">
        <pc:chgData name="Yunlong Jia" userId="6b7af21b-5f2a-4116-95e0-5cdc728d2113" providerId="ADAL" clId="{88DCE7FD-C2E5-8243-8D9B-CFF615BACF43}" dt="2024-06-21T16:20:32.901" v="1401" actId="1076"/>
        <pc:sldMkLst>
          <pc:docMk/>
          <pc:sldMk cId="28835499" sldId="267"/>
        </pc:sldMkLst>
        <pc:spChg chg="add mod">
          <ac:chgData name="Yunlong Jia" userId="6b7af21b-5f2a-4116-95e0-5cdc728d2113" providerId="ADAL" clId="{88DCE7FD-C2E5-8243-8D9B-CFF615BACF43}" dt="2024-06-21T16:01:24.007" v="1158"/>
          <ac:spMkLst>
            <pc:docMk/>
            <pc:sldMk cId="28835499" sldId="267"/>
            <ac:spMk id="5" creationId="{8648A843-10DE-8909-4FDA-441FE7836B39}"/>
          </ac:spMkLst>
        </pc:spChg>
        <pc:spChg chg="add mod">
          <ac:chgData name="Yunlong Jia" userId="6b7af21b-5f2a-4116-95e0-5cdc728d2113" providerId="ADAL" clId="{88DCE7FD-C2E5-8243-8D9B-CFF615BACF43}" dt="2024-06-21T16:11:13.340" v="1308" actId="1076"/>
          <ac:spMkLst>
            <pc:docMk/>
            <pc:sldMk cId="28835499" sldId="267"/>
            <ac:spMk id="7" creationId="{7AE01FDC-24E7-A316-F2F2-410E3264F408}"/>
          </ac:spMkLst>
        </pc:spChg>
        <pc:spChg chg="add mod">
          <ac:chgData name="Yunlong Jia" userId="6b7af21b-5f2a-4116-95e0-5cdc728d2113" providerId="ADAL" clId="{88DCE7FD-C2E5-8243-8D9B-CFF615BACF43}" dt="2024-06-21T16:13:31.679" v="1315" actId="208"/>
          <ac:spMkLst>
            <pc:docMk/>
            <pc:sldMk cId="28835499" sldId="267"/>
            <ac:spMk id="9" creationId="{F859A76C-A87A-98B6-5B98-D1E96396AFFB}"/>
          </ac:spMkLst>
        </pc:spChg>
        <pc:spChg chg="add mod">
          <ac:chgData name="Yunlong Jia" userId="6b7af21b-5f2a-4116-95e0-5cdc728d2113" providerId="ADAL" clId="{88DCE7FD-C2E5-8243-8D9B-CFF615BACF43}" dt="2024-06-21T16:11:13.340" v="1308" actId="1076"/>
          <ac:spMkLst>
            <pc:docMk/>
            <pc:sldMk cId="28835499" sldId="267"/>
            <ac:spMk id="11" creationId="{07129080-4F9B-1F11-32E8-F4C972A79397}"/>
          </ac:spMkLst>
        </pc:spChg>
        <pc:spChg chg="add del mod">
          <ac:chgData name="Yunlong Jia" userId="6b7af21b-5f2a-4116-95e0-5cdc728d2113" providerId="ADAL" clId="{88DCE7FD-C2E5-8243-8D9B-CFF615BACF43}" dt="2024-06-21T16:13:45.683" v="1317" actId="478"/>
          <ac:spMkLst>
            <pc:docMk/>
            <pc:sldMk cId="28835499" sldId="267"/>
            <ac:spMk id="15" creationId="{5D7DF7A2-0C6C-0680-46B7-8D05CCC921C7}"/>
          </ac:spMkLst>
        </pc:spChg>
        <pc:spChg chg="add mod">
          <ac:chgData name="Yunlong Jia" userId="6b7af21b-5f2a-4116-95e0-5cdc728d2113" providerId="ADAL" clId="{88DCE7FD-C2E5-8243-8D9B-CFF615BACF43}" dt="2024-06-21T16:14:21.163" v="1321" actId="1582"/>
          <ac:spMkLst>
            <pc:docMk/>
            <pc:sldMk cId="28835499" sldId="267"/>
            <ac:spMk id="16" creationId="{BF2B9F9C-C20B-EB6C-2C9E-6D7CB3CBD1A6}"/>
          </ac:spMkLst>
        </pc:spChg>
        <pc:spChg chg="add mod">
          <ac:chgData name="Yunlong Jia" userId="6b7af21b-5f2a-4116-95e0-5cdc728d2113" providerId="ADAL" clId="{88DCE7FD-C2E5-8243-8D9B-CFF615BACF43}" dt="2024-06-21T16:16:27.022" v="1325" actId="1582"/>
          <ac:spMkLst>
            <pc:docMk/>
            <pc:sldMk cId="28835499" sldId="267"/>
            <ac:spMk id="17" creationId="{B7F2E878-8536-DB65-1004-D08DDE6703D8}"/>
          </ac:spMkLst>
        </pc:spChg>
        <pc:spChg chg="add mod">
          <ac:chgData name="Yunlong Jia" userId="6b7af21b-5f2a-4116-95e0-5cdc728d2113" providerId="ADAL" clId="{88DCE7FD-C2E5-8243-8D9B-CFF615BACF43}" dt="2024-06-21T16:16:46.481" v="1328" actId="14100"/>
          <ac:spMkLst>
            <pc:docMk/>
            <pc:sldMk cId="28835499" sldId="267"/>
            <ac:spMk id="18" creationId="{86D133CF-97D4-BB18-B184-F421E556411B}"/>
          </ac:spMkLst>
        </pc:spChg>
        <pc:spChg chg="add mod">
          <ac:chgData name="Yunlong Jia" userId="6b7af21b-5f2a-4116-95e0-5cdc728d2113" providerId="ADAL" clId="{88DCE7FD-C2E5-8243-8D9B-CFF615BACF43}" dt="2024-06-21T16:17:36.600" v="1354" actId="1076"/>
          <ac:spMkLst>
            <pc:docMk/>
            <pc:sldMk cId="28835499" sldId="267"/>
            <ac:spMk id="19" creationId="{46BC9D04-0985-F191-F139-FFF3B0B6FB2B}"/>
          </ac:spMkLst>
        </pc:spChg>
        <pc:spChg chg="add mod">
          <ac:chgData name="Yunlong Jia" userId="6b7af21b-5f2a-4116-95e0-5cdc728d2113" providerId="ADAL" clId="{88DCE7FD-C2E5-8243-8D9B-CFF615BACF43}" dt="2024-06-21T16:18:06.780" v="1358" actId="207"/>
          <ac:spMkLst>
            <pc:docMk/>
            <pc:sldMk cId="28835499" sldId="267"/>
            <ac:spMk id="20" creationId="{8FB336A4-1CD0-0263-3A68-CB0CA106A293}"/>
          </ac:spMkLst>
        </pc:spChg>
        <pc:spChg chg="add mod">
          <ac:chgData name="Yunlong Jia" userId="6b7af21b-5f2a-4116-95e0-5cdc728d2113" providerId="ADAL" clId="{88DCE7FD-C2E5-8243-8D9B-CFF615BACF43}" dt="2024-06-21T16:18:57.381" v="1390" actId="1076"/>
          <ac:spMkLst>
            <pc:docMk/>
            <pc:sldMk cId="28835499" sldId="267"/>
            <ac:spMk id="21" creationId="{AA1A30B9-452B-4730-B8FA-5B1A888DAB10}"/>
          </ac:spMkLst>
        </pc:spChg>
        <pc:spChg chg="add mod">
          <ac:chgData name="Yunlong Jia" userId="6b7af21b-5f2a-4116-95e0-5cdc728d2113" providerId="ADAL" clId="{88DCE7FD-C2E5-8243-8D9B-CFF615BACF43}" dt="2024-06-21T16:19:41.580" v="1394" actId="1582"/>
          <ac:spMkLst>
            <pc:docMk/>
            <pc:sldMk cId="28835499" sldId="267"/>
            <ac:spMk id="22" creationId="{001B4DDC-DBB4-BDBB-74C1-C2A412F75EEB}"/>
          </ac:spMkLst>
        </pc:spChg>
        <pc:picChg chg="add mod">
          <ac:chgData name="Yunlong Jia" userId="6b7af21b-5f2a-4116-95e0-5cdc728d2113" providerId="ADAL" clId="{88DCE7FD-C2E5-8243-8D9B-CFF615BACF43}" dt="2024-06-21T16:01:15.180" v="1157" actId="1076"/>
          <ac:picMkLst>
            <pc:docMk/>
            <pc:sldMk cId="28835499" sldId="267"/>
            <ac:picMk id="3" creationId="{2B3C8813-B473-0A86-0D8E-520327B1A26C}"/>
          </ac:picMkLst>
        </pc:picChg>
        <pc:picChg chg="add mod">
          <ac:chgData name="Yunlong Jia" userId="6b7af21b-5f2a-4116-95e0-5cdc728d2113" providerId="ADAL" clId="{88DCE7FD-C2E5-8243-8D9B-CFF615BACF43}" dt="2024-06-21T16:11:13.340" v="1308" actId="1076"/>
          <ac:picMkLst>
            <pc:docMk/>
            <pc:sldMk cId="28835499" sldId="267"/>
            <ac:picMk id="4" creationId="{4960E796-95B6-9DD0-A5F7-7366D20548EF}"/>
          </ac:picMkLst>
        </pc:picChg>
        <pc:picChg chg="add mod">
          <ac:chgData name="Yunlong Jia" userId="6b7af21b-5f2a-4116-95e0-5cdc728d2113" providerId="ADAL" clId="{88DCE7FD-C2E5-8243-8D9B-CFF615BACF43}" dt="2024-06-21T16:06:33.483" v="1257" actId="14100"/>
          <ac:picMkLst>
            <pc:docMk/>
            <pc:sldMk cId="28835499" sldId="267"/>
            <ac:picMk id="8" creationId="{9BFF298A-5754-3DF5-8794-D545A4D26B7E}"/>
          </ac:picMkLst>
        </pc:picChg>
        <pc:picChg chg="add mod">
          <ac:chgData name="Yunlong Jia" userId="6b7af21b-5f2a-4116-95e0-5cdc728d2113" providerId="ADAL" clId="{88DCE7FD-C2E5-8243-8D9B-CFF615BACF43}" dt="2024-06-21T16:09:37.518" v="1305" actId="1038"/>
          <ac:picMkLst>
            <pc:docMk/>
            <pc:sldMk cId="28835499" sldId="267"/>
            <ac:picMk id="13" creationId="{2F6C2484-8DE6-A776-9B09-C4545298898C}"/>
          </ac:picMkLst>
        </pc:picChg>
        <pc:picChg chg="add mod">
          <ac:chgData name="Yunlong Jia" userId="6b7af21b-5f2a-4116-95e0-5cdc728d2113" providerId="ADAL" clId="{88DCE7FD-C2E5-8243-8D9B-CFF615BACF43}" dt="2024-06-21T16:11:21.859" v="1310" actId="1076"/>
          <ac:picMkLst>
            <pc:docMk/>
            <pc:sldMk cId="28835499" sldId="267"/>
            <ac:picMk id="14" creationId="{65B41FAC-AD3F-8E19-79D0-51E84D480335}"/>
          </ac:picMkLst>
        </pc:picChg>
        <pc:picChg chg="add mod">
          <ac:chgData name="Yunlong Jia" userId="6b7af21b-5f2a-4116-95e0-5cdc728d2113" providerId="ADAL" clId="{88DCE7FD-C2E5-8243-8D9B-CFF615BACF43}" dt="2024-06-21T16:20:32.901" v="1401" actId="1076"/>
          <ac:picMkLst>
            <pc:docMk/>
            <pc:sldMk cId="28835499" sldId="267"/>
            <ac:picMk id="23" creationId="{F5D62705-BBC4-26B8-8877-E3DF3CA6A795}"/>
          </ac:picMkLst>
        </pc:picChg>
      </pc:sldChg>
      <pc:sldChg chg="del">
        <pc:chgData name="Yunlong Jia" userId="6b7af21b-5f2a-4116-95e0-5cdc728d2113" providerId="ADAL" clId="{88DCE7FD-C2E5-8243-8D9B-CFF615BACF43}" dt="2024-06-20T20:58:14.547" v="0" actId="2696"/>
        <pc:sldMkLst>
          <pc:docMk/>
          <pc:sldMk cId="327526048" sldId="267"/>
        </pc:sldMkLst>
      </pc:sldChg>
      <pc:sldChg chg="del">
        <pc:chgData name="Yunlong Jia" userId="6b7af21b-5f2a-4116-95e0-5cdc728d2113" providerId="ADAL" clId="{88DCE7FD-C2E5-8243-8D9B-CFF615BACF43}" dt="2024-06-20T20:58:14.547" v="0" actId="2696"/>
        <pc:sldMkLst>
          <pc:docMk/>
          <pc:sldMk cId="1283990614" sldId="268"/>
        </pc:sldMkLst>
      </pc:sldChg>
      <pc:sldChg chg="addSp delSp modSp new mod ord modNotesTx">
        <pc:chgData name="Yunlong Jia" userId="6b7af21b-5f2a-4116-95e0-5cdc728d2113" providerId="ADAL" clId="{88DCE7FD-C2E5-8243-8D9B-CFF615BACF43}" dt="2024-06-21T17:42:02.200" v="2092" actId="207"/>
        <pc:sldMkLst>
          <pc:docMk/>
          <pc:sldMk cId="1653958051" sldId="268"/>
        </pc:sldMkLst>
        <pc:spChg chg="add mod">
          <ac:chgData name="Yunlong Jia" userId="6b7af21b-5f2a-4116-95e0-5cdc728d2113" providerId="ADAL" clId="{88DCE7FD-C2E5-8243-8D9B-CFF615BACF43}" dt="2024-06-21T17:42:02.200" v="2092" actId="207"/>
          <ac:spMkLst>
            <pc:docMk/>
            <pc:sldMk cId="1653958051" sldId="268"/>
            <ac:spMk id="2" creationId="{09CCF521-3569-B2B2-7AD3-98FE34A46383}"/>
          </ac:spMkLst>
        </pc:spChg>
        <pc:spChg chg="add mod">
          <ac:chgData name="Yunlong Jia" userId="6b7af21b-5f2a-4116-95e0-5cdc728d2113" providerId="ADAL" clId="{88DCE7FD-C2E5-8243-8D9B-CFF615BACF43}" dt="2024-06-21T16:23:31.900" v="1430" actId="14100"/>
          <ac:spMkLst>
            <pc:docMk/>
            <pc:sldMk cId="1653958051" sldId="268"/>
            <ac:spMk id="3" creationId="{731D51CD-D77C-5E4F-EB5A-F5DA54D7B1E2}"/>
          </ac:spMkLst>
        </pc:spChg>
        <pc:picChg chg="add del mod">
          <ac:chgData name="Yunlong Jia" userId="6b7af21b-5f2a-4116-95e0-5cdc728d2113" providerId="ADAL" clId="{88DCE7FD-C2E5-8243-8D9B-CFF615BACF43}" dt="2024-06-21T17:41:32.854" v="2080" actId="478"/>
          <ac:picMkLst>
            <pc:docMk/>
            <pc:sldMk cId="1653958051" sldId="268"/>
            <ac:picMk id="4" creationId="{EAC241DC-0F12-AB21-044B-CE2E7CA5B29D}"/>
          </ac:picMkLst>
        </pc:picChg>
        <pc:picChg chg="add del mod">
          <ac:chgData name="Yunlong Jia" userId="6b7af21b-5f2a-4116-95e0-5cdc728d2113" providerId="ADAL" clId="{88DCE7FD-C2E5-8243-8D9B-CFF615BACF43}" dt="2024-06-21T17:41:51.790" v="2086" actId="478"/>
          <ac:picMkLst>
            <pc:docMk/>
            <pc:sldMk cId="1653958051" sldId="268"/>
            <ac:picMk id="5" creationId="{D35A6369-0766-3303-F095-0C25801CDBB4}"/>
          </ac:picMkLst>
        </pc:picChg>
        <pc:picChg chg="add mod">
          <ac:chgData name="Yunlong Jia" userId="6b7af21b-5f2a-4116-95e0-5cdc728d2113" providerId="ADAL" clId="{88DCE7FD-C2E5-8243-8D9B-CFF615BACF43}" dt="2024-06-21T17:41:41.947" v="2085" actId="14100"/>
          <ac:picMkLst>
            <pc:docMk/>
            <pc:sldMk cId="1653958051" sldId="268"/>
            <ac:picMk id="6" creationId="{BCAD3215-82C5-E6E0-22C9-FCD30E4A9F4F}"/>
          </ac:picMkLst>
        </pc:picChg>
        <pc:picChg chg="add mod">
          <ac:chgData name="Yunlong Jia" userId="6b7af21b-5f2a-4116-95e0-5cdc728d2113" providerId="ADAL" clId="{88DCE7FD-C2E5-8243-8D9B-CFF615BACF43}" dt="2024-06-21T17:41:57.301" v="2089" actId="14100"/>
          <ac:picMkLst>
            <pc:docMk/>
            <pc:sldMk cId="1653958051" sldId="268"/>
            <ac:picMk id="7" creationId="{88D1D28C-3269-1565-DC99-50AEEA4D1A74}"/>
          </ac:picMkLst>
        </pc:picChg>
      </pc:sldChg>
      <pc:sldChg chg="addSp modSp new mod">
        <pc:chgData name="Yunlong Jia" userId="6b7af21b-5f2a-4116-95e0-5cdc728d2113" providerId="ADAL" clId="{88DCE7FD-C2E5-8243-8D9B-CFF615BACF43}" dt="2024-06-21T17:39:30.601" v="2064" actId="20577"/>
        <pc:sldMkLst>
          <pc:docMk/>
          <pc:sldMk cId="1057925698" sldId="269"/>
        </pc:sldMkLst>
        <pc:spChg chg="add mod">
          <ac:chgData name="Yunlong Jia" userId="6b7af21b-5f2a-4116-95e0-5cdc728d2113" providerId="ADAL" clId="{88DCE7FD-C2E5-8243-8D9B-CFF615BACF43}" dt="2024-06-21T16:26:40.143" v="1524" actId="14100"/>
          <ac:spMkLst>
            <pc:docMk/>
            <pc:sldMk cId="1057925698" sldId="269"/>
            <ac:spMk id="2" creationId="{C9E73AC3-5EAE-47C9-538A-8DC6A6EB1D17}"/>
          </ac:spMkLst>
        </pc:spChg>
        <pc:spChg chg="add mod">
          <ac:chgData name="Yunlong Jia" userId="6b7af21b-5f2a-4116-95e0-5cdc728d2113" providerId="ADAL" clId="{88DCE7FD-C2E5-8243-8D9B-CFF615BACF43}" dt="2024-06-21T16:28:27.901" v="1535" actId="1076"/>
          <ac:spMkLst>
            <pc:docMk/>
            <pc:sldMk cId="1057925698" sldId="269"/>
            <ac:spMk id="4" creationId="{B8E6645D-3703-0554-3F07-6280734011E3}"/>
          </ac:spMkLst>
        </pc:spChg>
        <pc:spChg chg="add mod">
          <ac:chgData name="Yunlong Jia" userId="6b7af21b-5f2a-4116-95e0-5cdc728d2113" providerId="ADAL" clId="{88DCE7FD-C2E5-8243-8D9B-CFF615BACF43}" dt="2024-06-21T16:28:27.901" v="1535" actId="1076"/>
          <ac:spMkLst>
            <pc:docMk/>
            <pc:sldMk cId="1057925698" sldId="269"/>
            <ac:spMk id="5" creationId="{D8E34960-2100-CF2F-94BE-F413EAED5ED2}"/>
          </ac:spMkLst>
        </pc:spChg>
        <pc:spChg chg="add mod">
          <ac:chgData name="Yunlong Jia" userId="6b7af21b-5f2a-4116-95e0-5cdc728d2113" providerId="ADAL" clId="{88DCE7FD-C2E5-8243-8D9B-CFF615BACF43}" dt="2024-06-21T16:28:27.901" v="1535" actId="1076"/>
          <ac:spMkLst>
            <pc:docMk/>
            <pc:sldMk cId="1057925698" sldId="269"/>
            <ac:spMk id="6" creationId="{9994FF20-C30D-C685-3103-4A07B5126E5D}"/>
          </ac:spMkLst>
        </pc:spChg>
        <pc:spChg chg="add mod">
          <ac:chgData name="Yunlong Jia" userId="6b7af21b-5f2a-4116-95e0-5cdc728d2113" providerId="ADAL" clId="{88DCE7FD-C2E5-8243-8D9B-CFF615BACF43}" dt="2024-06-21T16:28:27.901" v="1535" actId="1076"/>
          <ac:spMkLst>
            <pc:docMk/>
            <pc:sldMk cId="1057925698" sldId="269"/>
            <ac:spMk id="7" creationId="{FB447A83-0D5B-52B3-91EA-FD6EBF0CC233}"/>
          </ac:spMkLst>
        </pc:spChg>
        <pc:spChg chg="add mod">
          <ac:chgData name="Yunlong Jia" userId="6b7af21b-5f2a-4116-95e0-5cdc728d2113" providerId="ADAL" clId="{88DCE7FD-C2E5-8243-8D9B-CFF615BACF43}" dt="2024-06-21T16:28:27.901" v="1535" actId="1076"/>
          <ac:spMkLst>
            <pc:docMk/>
            <pc:sldMk cId="1057925698" sldId="269"/>
            <ac:spMk id="8" creationId="{36BE493B-CDA8-A1AD-9027-906327592152}"/>
          </ac:spMkLst>
        </pc:spChg>
        <pc:spChg chg="add mod">
          <ac:chgData name="Yunlong Jia" userId="6b7af21b-5f2a-4116-95e0-5cdc728d2113" providerId="ADAL" clId="{88DCE7FD-C2E5-8243-8D9B-CFF615BACF43}" dt="2024-06-21T17:39:30.601" v="2064" actId="20577"/>
          <ac:spMkLst>
            <pc:docMk/>
            <pc:sldMk cId="1057925698" sldId="269"/>
            <ac:spMk id="9" creationId="{20C345D2-F130-32EA-F3DA-84A68811A39D}"/>
          </ac:spMkLst>
        </pc:spChg>
        <pc:picChg chg="add mod">
          <ac:chgData name="Yunlong Jia" userId="6b7af21b-5f2a-4116-95e0-5cdc728d2113" providerId="ADAL" clId="{88DCE7FD-C2E5-8243-8D9B-CFF615BACF43}" dt="2024-06-21T16:28:04.379" v="1528" actId="1076"/>
          <ac:picMkLst>
            <pc:docMk/>
            <pc:sldMk cId="1057925698" sldId="269"/>
            <ac:picMk id="3" creationId="{4DB531DE-889E-2662-56C9-EA6E85C9DB66}"/>
          </ac:picMkLst>
        </pc:picChg>
      </pc:sldChg>
      <pc:sldChg chg="del">
        <pc:chgData name="Yunlong Jia" userId="6b7af21b-5f2a-4116-95e0-5cdc728d2113" providerId="ADAL" clId="{88DCE7FD-C2E5-8243-8D9B-CFF615BACF43}" dt="2024-06-20T20:58:14.547" v="0" actId="2696"/>
        <pc:sldMkLst>
          <pc:docMk/>
          <pc:sldMk cId="3746354658" sldId="269"/>
        </pc:sldMkLst>
      </pc:sldChg>
      <pc:sldChg chg="addSp modSp new mod modNotesTx">
        <pc:chgData name="Yunlong Jia" userId="6b7af21b-5f2a-4116-95e0-5cdc728d2113" providerId="ADAL" clId="{88DCE7FD-C2E5-8243-8D9B-CFF615BACF43}" dt="2024-06-21T16:34:11.803" v="2022" actId="14100"/>
        <pc:sldMkLst>
          <pc:docMk/>
          <pc:sldMk cId="24798688" sldId="270"/>
        </pc:sldMkLst>
        <pc:spChg chg="add mod">
          <ac:chgData name="Yunlong Jia" userId="6b7af21b-5f2a-4116-95e0-5cdc728d2113" providerId="ADAL" clId="{88DCE7FD-C2E5-8243-8D9B-CFF615BACF43}" dt="2024-06-21T16:28:51.200" v="1555" actId="14100"/>
          <ac:spMkLst>
            <pc:docMk/>
            <pc:sldMk cId="24798688" sldId="270"/>
            <ac:spMk id="2" creationId="{BF3263DE-483C-5754-A133-FE9CACE0660E}"/>
          </ac:spMkLst>
        </pc:spChg>
        <pc:spChg chg="add mod">
          <ac:chgData name="Yunlong Jia" userId="6b7af21b-5f2a-4116-95e0-5cdc728d2113" providerId="ADAL" clId="{88DCE7FD-C2E5-8243-8D9B-CFF615BACF43}" dt="2024-06-21T16:31:00.606" v="1722" actId="113"/>
          <ac:spMkLst>
            <pc:docMk/>
            <pc:sldMk cId="24798688" sldId="270"/>
            <ac:spMk id="4" creationId="{917F8C01-5D32-225D-2B32-3A0743F9AD87}"/>
          </ac:spMkLst>
        </pc:spChg>
        <pc:spChg chg="add mod">
          <ac:chgData name="Yunlong Jia" userId="6b7af21b-5f2a-4116-95e0-5cdc728d2113" providerId="ADAL" clId="{88DCE7FD-C2E5-8243-8D9B-CFF615BACF43}" dt="2024-06-21T16:31:10.296" v="1730" actId="20577"/>
          <ac:spMkLst>
            <pc:docMk/>
            <pc:sldMk cId="24798688" sldId="270"/>
            <ac:spMk id="5" creationId="{14F7D5A1-8C2B-5C1E-B6CA-2A9C13F2B742}"/>
          </ac:spMkLst>
        </pc:spChg>
        <pc:spChg chg="add mod">
          <ac:chgData name="Yunlong Jia" userId="6b7af21b-5f2a-4116-95e0-5cdc728d2113" providerId="ADAL" clId="{88DCE7FD-C2E5-8243-8D9B-CFF615BACF43}" dt="2024-06-21T16:32:41.320" v="1901" actId="14100"/>
          <ac:spMkLst>
            <pc:docMk/>
            <pc:sldMk cId="24798688" sldId="270"/>
            <ac:spMk id="6" creationId="{B5912128-7F92-C508-12A7-5437B58F2119}"/>
          </ac:spMkLst>
        </pc:spChg>
        <pc:spChg chg="add mod">
          <ac:chgData name="Yunlong Jia" userId="6b7af21b-5f2a-4116-95e0-5cdc728d2113" providerId="ADAL" clId="{88DCE7FD-C2E5-8243-8D9B-CFF615BACF43}" dt="2024-06-21T16:33:43.683" v="1971" actId="14100"/>
          <ac:spMkLst>
            <pc:docMk/>
            <pc:sldMk cId="24798688" sldId="270"/>
            <ac:spMk id="7" creationId="{59974C31-C6F5-9F89-F89E-45DE4E625983}"/>
          </ac:spMkLst>
        </pc:spChg>
        <pc:spChg chg="add mod">
          <ac:chgData name="Yunlong Jia" userId="6b7af21b-5f2a-4116-95e0-5cdc728d2113" providerId="ADAL" clId="{88DCE7FD-C2E5-8243-8D9B-CFF615BACF43}" dt="2024-06-21T16:32:31.265" v="1881" actId="20577"/>
          <ac:spMkLst>
            <pc:docMk/>
            <pc:sldMk cId="24798688" sldId="270"/>
            <ac:spMk id="8" creationId="{7841956F-BBD0-ED7A-C22A-001CE9BBF7D3}"/>
          </ac:spMkLst>
        </pc:spChg>
        <pc:spChg chg="add mod">
          <ac:chgData name="Yunlong Jia" userId="6b7af21b-5f2a-4116-95e0-5cdc728d2113" providerId="ADAL" clId="{88DCE7FD-C2E5-8243-8D9B-CFF615BACF43}" dt="2024-06-21T16:34:11.803" v="2022" actId="14100"/>
          <ac:spMkLst>
            <pc:docMk/>
            <pc:sldMk cId="24798688" sldId="270"/>
            <ac:spMk id="9" creationId="{FFF97484-6584-1764-03B1-6F778FBB2058}"/>
          </ac:spMkLst>
        </pc:spChg>
      </pc:sldChg>
      <pc:sldChg chg="del">
        <pc:chgData name="Yunlong Jia" userId="6b7af21b-5f2a-4116-95e0-5cdc728d2113" providerId="ADAL" clId="{88DCE7FD-C2E5-8243-8D9B-CFF615BACF43}" dt="2024-06-20T20:58:14.547" v="0" actId="2696"/>
        <pc:sldMkLst>
          <pc:docMk/>
          <pc:sldMk cId="1781686142" sldId="270"/>
        </pc:sldMkLst>
      </pc:sldChg>
      <pc:sldChg chg="addSp modSp new mod">
        <pc:chgData name="Yunlong Jia" userId="6b7af21b-5f2a-4116-95e0-5cdc728d2113" providerId="ADAL" clId="{88DCE7FD-C2E5-8243-8D9B-CFF615BACF43}" dt="2024-06-21T17:41:18.534" v="2079" actId="14100"/>
        <pc:sldMkLst>
          <pc:docMk/>
          <pc:sldMk cId="2802931435" sldId="271"/>
        </pc:sldMkLst>
        <pc:spChg chg="add mod">
          <ac:chgData name="Yunlong Jia" userId="6b7af21b-5f2a-4116-95e0-5cdc728d2113" providerId="ADAL" clId="{88DCE7FD-C2E5-8243-8D9B-CFF615BACF43}" dt="2024-06-21T16:33:16.440" v="1949" actId="14100"/>
          <ac:spMkLst>
            <pc:docMk/>
            <pc:sldMk cId="2802931435" sldId="271"/>
            <ac:spMk id="2" creationId="{773087C9-30E3-3378-4692-1B651C6E7F31}"/>
          </ac:spMkLst>
        </pc:spChg>
        <pc:spChg chg="mod">
          <ac:chgData name="Yunlong Jia" userId="6b7af21b-5f2a-4116-95e0-5cdc728d2113" providerId="ADAL" clId="{88DCE7FD-C2E5-8243-8D9B-CFF615BACF43}" dt="2024-06-21T17:40:54.466" v="2071"/>
          <ac:spMkLst>
            <pc:docMk/>
            <pc:sldMk cId="2802931435" sldId="271"/>
            <ac:spMk id="9" creationId="{1FF5F541-0131-D5A6-20D3-142D7F0D3278}"/>
          </ac:spMkLst>
        </pc:spChg>
        <pc:spChg chg="mod">
          <ac:chgData name="Yunlong Jia" userId="6b7af21b-5f2a-4116-95e0-5cdc728d2113" providerId="ADAL" clId="{88DCE7FD-C2E5-8243-8D9B-CFF615BACF43}" dt="2024-06-21T17:41:09.801" v="2075" actId="14100"/>
          <ac:spMkLst>
            <pc:docMk/>
            <pc:sldMk cId="2802931435" sldId="271"/>
            <ac:spMk id="12" creationId="{D857B424-0B19-C0B0-58B1-63994AF5473E}"/>
          </ac:spMkLst>
        </pc:spChg>
        <pc:grpChg chg="add mod">
          <ac:chgData name="Yunlong Jia" userId="6b7af21b-5f2a-4116-95e0-5cdc728d2113" providerId="ADAL" clId="{88DCE7FD-C2E5-8243-8D9B-CFF615BACF43}" dt="2024-06-21T17:41:13.701" v="2076" actId="1076"/>
          <ac:grpSpMkLst>
            <pc:docMk/>
            <pc:sldMk cId="2802931435" sldId="271"/>
            <ac:grpSpMk id="7" creationId="{1DFEC70B-99D6-F72D-23D6-975A1C4E88FB}"/>
          </ac:grpSpMkLst>
        </pc:grpChg>
        <pc:grpChg chg="add mod">
          <ac:chgData name="Yunlong Jia" userId="6b7af21b-5f2a-4116-95e0-5cdc728d2113" providerId="ADAL" clId="{88DCE7FD-C2E5-8243-8D9B-CFF615BACF43}" dt="2024-06-21T17:41:14.923" v="2077" actId="1076"/>
          <ac:grpSpMkLst>
            <pc:docMk/>
            <pc:sldMk cId="2802931435" sldId="271"/>
            <ac:grpSpMk id="10" creationId="{503F650D-FD27-AD19-CABE-8A4D154E9D3F}"/>
          </ac:grpSpMkLst>
        </pc:grpChg>
        <pc:picChg chg="add mod">
          <ac:chgData name="Yunlong Jia" userId="6b7af21b-5f2a-4116-95e0-5cdc728d2113" providerId="ADAL" clId="{88DCE7FD-C2E5-8243-8D9B-CFF615BACF43}" dt="2024-06-21T16:36:07.952" v="2029" actId="1076"/>
          <ac:picMkLst>
            <pc:docMk/>
            <pc:sldMk cId="2802931435" sldId="271"/>
            <ac:picMk id="3" creationId="{52472473-B17E-442F-B14C-02B38E62F951}"/>
          </ac:picMkLst>
        </pc:picChg>
        <pc:picChg chg="add mod">
          <ac:chgData name="Yunlong Jia" userId="6b7af21b-5f2a-4116-95e0-5cdc728d2113" providerId="ADAL" clId="{88DCE7FD-C2E5-8243-8D9B-CFF615BACF43}" dt="2024-06-21T17:40:53.735" v="2070" actId="1076"/>
          <ac:picMkLst>
            <pc:docMk/>
            <pc:sldMk cId="2802931435" sldId="271"/>
            <ac:picMk id="4" creationId="{AAAD9ADF-E4BB-704A-39BD-4D622B9274EC}"/>
          </ac:picMkLst>
        </pc:picChg>
        <pc:picChg chg="add mod">
          <ac:chgData name="Yunlong Jia" userId="6b7af21b-5f2a-4116-95e0-5cdc728d2113" providerId="ADAL" clId="{88DCE7FD-C2E5-8243-8D9B-CFF615BACF43}" dt="2024-06-21T16:36:44.922" v="2037" actId="1076"/>
          <ac:picMkLst>
            <pc:docMk/>
            <pc:sldMk cId="2802931435" sldId="271"/>
            <ac:picMk id="5" creationId="{71065AB7-F2EC-3E5E-E31B-E7D579395B35}"/>
          </ac:picMkLst>
        </pc:picChg>
        <pc:picChg chg="add mod">
          <ac:chgData name="Yunlong Jia" userId="6b7af21b-5f2a-4116-95e0-5cdc728d2113" providerId="ADAL" clId="{88DCE7FD-C2E5-8243-8D9B-CFF615BACF43}" dt="2024-06-21T17:41:18.534" v="2079" actId="14100"/>
          <ac:picMkLst>
            <pc:docMk/>
            <pc:sldMk cId="2802931435" sldId="271"/>
            <ac:picMk id="6" creationId="{996B82E7-44F0-A7B3-211B-6E1CEBC62E8F}"/>
          </ac:picMkLst>
        </pc:picChg>
        <pc:picChg chg="mod">
          <ac:chgData name="Yunlong Jia" userId="6b7af21b-5f2a-4116-95e0-5cdc728d2113" providerId="ADAL" clId="{88DCE7FD-C2E5-8243-8D9B-CFF615BACF43}" dt="2024-06-21T17:40:54.466" v="2071"/>
          <ac:picMkLst>
            <pc:docMk/>
            <pc:sldMk cId="2802931435" sldId="271"/>
            <ac:picMk id="8" creationId="{B4417EB2-2C7B-348B-9AE5-4C230F40A4B5}"/>
          </ac:picMkLst>
        </pc:picChg>
        <pc:picChg chg="mod">
          <ac:chgData name="Yunlong Jia" userId="6b7af21b-5f2a-4116-95e0-5cdc728d2113" providerId="ADAL" clId="{88DCE7FD-C2E5-8243-8D9B-CFF615BACF43}" dt="2024-06-21T17:40:54.466" v="2071"/>
          <ac:picMkLst>
            <pc:docMk/>
            <pc:sldMk cId="2802931435" sldId="271"/>
            <ac:picMk id="11" creationId="{0718CE3D-275A-9383-A32F-7CB3C4801185}"/>
          </ac:picMkLst>
        </pc:picChg>
      </pc:sldChg>
      <pc:sldChg chg="del">
        <pc:chgData name="Yunlong Jia" userId="6b7af21b-5f2a-4116-95e0-5cdc728d2113" providerId="ADAL" clId="{88DCE7FD-C2E5-8243-8D9B-CFF615BACF43}" dt="2024-06-20T20:58:14.547" v="0" actId="2696"/>
        <pc:sldMkLst>
          <pc:docMk/>
          <pc:sldMk cId="3295898158" sldId="271"/>
        </pc:sldMkLst>
      </pc:sldChg>
      <pc:sldChg chg="new del ord">
        <pc:chgData name="Yunlong Jia" userId="6b7af21b-5f2a-4116-95e0-5cdc728d2113" providerId="ADAL" clId="{88DCE7FD-C2E5-8243-8D9B-CFF615BACF43}" dt="2024-06-21T17:14:08.207" v="2047" actId="2696"/>
        <pc:sldMkLst>
          <pc:docMk/>
          <pc:sldMk cId="4285682950" sldId="272"/>
        </pc:sldMkLst>
      </pc:sldChg>
      <pc:sldChg chg="modSp add mod">
        <pc:chgData name="Yunlong Jia" userId="6b7af21b-5f2a-4116-95e0-5cdc728d2113" providerId="ADAL" clId="{88DCE7FD-C2E5-8243-8D9B-CFF615BACF43}" dt="2024-06-21T17:14:14.668" v="2059" actId="20577"/>
        <pc:sldMkLst>
          <pc:docMk/>
          <pc:sldMk cId="3524914747" sldId="385"/>
        </pc:sldMkLst>
        <pc:spChg chg="mod">
          <ac:chgData name="Yunlong Jia" userId="6b7af21b-5f2a-4116-95e0-5cdc728d2113" providerId="ADAL" clId="{88DCE7FD-C2E5-8243-8D9B-CFF615BACF43}" dt="2024-06-21T17:14:14.668" v="2059" actId="20577"/>
          <ac:spMkLst>
            <pc:docMk/>
            <pc:sldMk cId="3524914747" sldId="385"/>
            <ac:spMk id="5" creationId="{2EF1651A-A0EB-50F1-88E6-601FD5B56EDC}"/>
          </ac:spMkLst>
        </pc:spChg>
      </pc:sldChg>
      <pc:sldChg chg="addSp modSp new mod modNotesTx">
        <pc:chgData name="Yunlong Jia" userId="6b7af21b-5f2a-4116-95e0-5cdc728d2113" providerId="ADAL" clId="{88DCE7FD-C2E5-8243-8D9B-CFF615BACF43}" dt="2024-06-26T16:54:31.297" v="2188" actId="1076"/>
        <pc:sldMkLst>
          <pc:docMk/>
          <pc:sldMk cId="309219446" sldId="386"/>
        </pc:sldMkLst>
        <pc:spChg chg="add mod">
          <ac:chgData name="Yunlong Jia" userId="6b7af21b-5f2a-4116-95e0-5cdc728d2113" providerId="ADAL" clId="{88DCE7FD-C2E5-8243-8D9B-CFF615BACF43}" dt="2024-06-26T16:50:18.081" v="2097" actId="1076"/>
          <ac:spMkLst>
            <pc:docMk/>
            <pc:sldMk cId="309219446" sldId="386"/>
            <ac:spMk id="4" creationId="{0FFD2B6B-E33A-3841-5B94-8E80FEB90C35}"/>
          </ac:spMkLst>
        </pc:spChg>
        <pc:spChg chg="add mod">
          <ac:chgData name="Yunlong Jia" userId="6b7af21b-5f2a-4116-95e0-5cdc728d2113" providerId="ADAL" clId="{88DCE7FD-C2E5-8243-8D9B-CFF615BACF43}" dt="2024-06-26T16:52:16.119" v="2112" actId="208"/>
          <ac:spMkLst>
            <pc:docMk/>
            <pc:sldMk cId="309219446" sldId="386"/>
            <ac:spMk id="7" creationId="{52E54A14-4ADD-6075-6D5C-2BDF5A83F2F9}"/>
          </ac:spMkLst>
        </pc:spChg>
        <pc:spChg chg="add mod">
          <ac:chgData name="Yunlong Jia" userId="6b7af21b-5f2a-4116-95e0-5cdc728d2113" providerId="ADAL" clId="{88DCE7FD-C2E5-8243-8D9B-CFF615BACF43}" dt="2024-06-26T16:52:22.344" v="2114" actId="1076"/>
          <ac:spMkLst>
            <pc:docMk/>
            <pc:sldMk cId="309219446" sldId="386"/>
            <ac:spMk id="8" creationId="{C23D0D51-64AD-13AA-B7E0-36E2AD9DE9ED}"/>
          </ac:spMkLst>
        </pc:spChg>
        <pc:spChg chg="add mod">
          <ac:chgData name="Yunlong Jia" userId="6b7af21b-5f2a-4116-95e0-5cdc728d2113" providerId="ADAL" clId="{88DCE7FD-C2E5-8243-8D9B-CFF615BACF43}" dt="2024-06-26T16:52:47.948" v="2155" actId="14100"/>
          <ac:spMkLst>
            <pc:docMk/>
            <pc:sldMk cId="309219446" sldId="386"/>
            <ac:spMk id="10" creationId="{99AD250C-15ED-EC09-E3CE-78D56770203E}"/>
          </ac:spMkLst>
        </pc:spChg>
        <pc:spChg chg="add mod">
          <ac:chgData name="Yunlong Jia" userId="6b7af21b-5f2a-4116-95e0-5cdc728d2113" providerId="ADAL" clId="{88DCE7FD-C2E5-8243-8D9B-CFF615BACF43}" dt="2024-06-26T16:54:31.297" v="2188" actId="1076"/>
          <ac:spMkLst>
            <pc:docMk/>
            <pc:sldMk cId="309219446" sldId="386"/>
            <ac:spMk id="12" creationId="{440F82E2-1378-2FF9-EE5B-08EF4107067A}"/>
          </ac:spMkLst>
        </pc:spChg>
        <pc:picChg chg="add mod">
          <ac:chgData name="Yunlong Jia" userId="6b7af21b-5f2a-4116-95e0-5cdc728d2113" providerId="ADAL" clId="{88DCE7FD-C2E5-8243-8D9B-CFF615BACF43}" dt="2024-06-26T16:51:42.060" v="2106" actId="1076"/>
          <ac:picMkLst>
            <pc:docMk/>
            <pc:sldMk cId="309219446" sldId="386"/>
            <ac:picMk id="2" creationId="{D47EA5E9-E51E-7161-4290-B66AC8B0130A}"/>
          </ac:picMkLst>
        </pc:picChg>
        <pc:picChg chg="add mod">
          <ac:chgData name="Yunlong Jia" userId="6b7af21b-5f2a-4116-95e0-5cdc728d2113" providerId="ADAL" clId="{88DCE7FD-C2E5-8243-8D9B-CFF615BACF43}" dt="2024-06-26T16:51:42.060" v="2106" actId="1076"/>
          <ac:picMkLst>
            <pc:docMk/>
            <pc:sldMk cId="309219446" sldId="386"/>
            <ac:picMk id="5" creationId="{373756C9-EFF4-5524-BC3D-85A2786A61AB}"/>
          </ac:picMkLst>
        </pc:picChg>
        <pc:picChg chg="add mod">
          <ac:chgData name="Yunlong Jia" userId="6b7af21b-5f2a-4116-95e0-5cdc728d2113" providerId="ADAL" clId="{88DCE7FD-C2E5-8243-8D9B-CFF615BACF43}" dt="2024-06-26T16:51:45.626" v="2107" actId="1076"/>
          <ac:picMkLst>
            <pc:docMk/>
            <pc:sldMk cId="309219446" sldId="386"/>
            <ac:picMk id="6" creationId="{9A873043-CFA3-7B19-430A-C87EFE685043}"/>
          </ac:picMkLst>
        </pc:picChg>
      </pc:sldChg>
      <pc:sldChg chg="addSp modSp new mod">
        <pc:chgData name="Yunlong Jia" userId="6b7af21b-5f2a-4116-95e0-5cdc728d2113" providerId="ADAL" clId="{88DCE7FD-C2E5-8243-8D9B-CFF615BACF43}" dt="2024-06-26T17:39:00.085" v="2232" actId="1440"/>
        <pc:sldMkLst>
          <pc:docMk/>
          <pc:sldMk cId="1371235483" sldId="387"/>
        </pc:sldMkLst>
        <pc:spChg chg="add mod">
          <ac:chgData name="Yunlong Jia" userId="6b7af21b-5f2a-4116-95e0-5cdc728d2113" providerId="ADAL" clId="{88DCE7FD-C2E5-8243-8D9B-CFF615BACF43}" dt="2024-06-26T17:38:35.967" v="2218" actId="1076"/>
          <ac:spMkLst>
            <pc:docMk/>
            <pc:sldMk cId="1371235483" sldId="387"/>
            <ac:spMk id="3" creationId="{37CBEEB3-9260-6260-5D7C-19E7AC9157F7}"/>
          </ac:spMkLst>
        </pc:spChg>
        <pc:spChg chg="add mod">
          <ac:chgData name="Yunlong Jia" userId="6b7af21b-5f2a-4116-95e0-5cdc728d2113" providerId="ADAL" clId="{88DCE7FD-C2E5-8243-8D9B-CFF615BACF43}" dt="2024-06-26T17:38:41.029" v="2220" actId="1076"/>
          <ac:spMkLst>
            <pc:docMk/>
            <pc:sldMk cId="1371235483" sldId="387"/>
            <ac:spMk id="5" creationId="{75EB107E-8BED-0128-EE03-FEE985A2D8E4}"/>
          </ac:spMkLst>
        </pc:spChg>
        <pc:spChg chg="add mod">
          <ac:chgData name="Yunlong Jia" userId="6b7af21b-5f2a-4116-95e0-5cdc728d2113" providerId="ADAL" clId="{88DCE7FD-C2E5-8243-8D9B-CFF615BACF43}" dt="2024-06-26T17:38:46.523" v="2225" actId="404"/>
          <ac:spMkLst>
            <pc:docMk/>
            <pc:sldMk cId="1371235483" sldId="387"/>
            <ac:spMk id="7" creationId="{C45BF019-E6E2-24E6-87E2-53DCCCB40A5C}"/>
          </ac:spMkLst>
        </pc:spChg>
        <pc:picChg chg="add mod">
          <ac:chgData name="Yunlong Jia" userId="6b7af21b-5f2a-4116-95e0-5cdc728d2113" providerId="ADAL" clId="{88DCE7FD-C2E5-8243-8D9B-CFF615BACF43}" dt="2024-06-26T17:38:33.024" v="2217" actId="1076"/>
          <ac:picMkLst>
            <pc:docMk/>
            <pc:sldMk cId="1371235483" sldId="387"/>
            <ac:picMk id="1026" creationId="{CAC0787C-8260-D7BA-3E4C-0C5537BF0421}"/>
          </ac:picMkLst>
        </pc:picChg>
        <pc:picChg chg="add mod">
          <ac:chgData name="Yunlong Jia" userId="6b7af21b-5f2a-4116-95e0-5cdc728d2113" providerId="ADAL" clId="{88DCE7FD-C2E5-8243-8D9B-CFF615BACF43}" dt="2024-06-26T17:38:43.519" v="2222" actId="14100"/>
          <ac:picMkLst>
            <pc:docMk/>
            <pc:sldMk cId="1371235483" sldId="387"/>
            <ac:picMk id="1028" creationId="{B9F9949A-5E03-3C6C-6785-7B2CE4F729F8}"/>
          </ac:picMkLst>
        </pc:picChg>
        <pc:picChg chg="add mod">
          <ac:chgData name="Yunlong Jia" userId="6b7af21b-5f2a-4116-95e0-5cdc728d2113" providerId="ADAL" clId="{88DCE7FD-C2E5-8243-8D9B-CFF615BACF43}" dt="2024-06-26T17:39:00.085" v="2232" actId="1440"/>
          <ac:picMkLst>
            <pc:docMk/>
            <pc:sldMk cId="1371235483" sldId="387"/>
            <ac:picMk id="1030" creationId="{946FC0AE-79BF-1DF1-C0D0-A0F06851EF2D}"/>
          </ac:picMkLst>
        </pc:picChg>
      </pc:sldChg>
    </pc:docChg>
  </pc:docChgLst>
  <pc:docChgLst>
    <pc:chgData name="Yunlong Jia" userId="6b7af21b-5f2a-4116-95e0-5cdc728d2113" providerId="ADAL" clId="{218BD089-AB2B-5640-B9AF-C4147F597F76}"/>
    <pc:docChg chg="custSel addSld modSld sldOrd">
      <pc:chgData name="Yunlong Jia" userId="6b7af21b-5f2a-4116-95e0-5cdc728d2113" providerId="ADAL" clId="{218BD089-AB2B-5640-B9AF-C4147F597F76}" dt="2024-05-06T18:57:08.211" v="58" actId="1076"/>
      <pc:docMkLst>
        <pc:docMk/>
      </pc:docMkLst>
      <pc:sldChg chg="new">
        <pc:chgData name="Yunlong Jia" userId="6b7af21b-5f2a-4116-95e0-5cdc728d2113" providerId="ADAL" clId="{218BD089-AB2B-5640-B9AF-C4147F597F76}" dt="2024-05-06T18:40:06.401" v="0" actId="680"/>
        <pc:sldMkLst>
          <pc:docMk/>
          <pc:sldMk cId="3746354658" sldId="269"/>
        </pc:sldMkLst>
      </pc:sldChg>
      <pc:sldChg chg="addSp modSp new mod ord">
        <pc:chgData name="Yunlong Jia" userId="6b7af21b-5f2a-4116-95e0-5cdc728d2113" providerId="ADAL" clId="{218BD089-AB2B-5640-B9AF-C4147F597F76}" dt="2024-05-06T18:50:33.342" v="41" actId="14100"/>
        <pc:sldMkLst>
          <pc:docMk/>
          <pc:sldMk cId="1781686142" sldId="270"/>
        </pc:sldMkLst>
        <pc:spChg chg="add mod">
          <ac:chgData name="Yunlong Jia" userId="6b7af21b-5f2a-4116-95e0-5cdc728d2113" providerId="ADAL" clId="{218BD089-AB2B-5640-B9AF-C4147F597F76}" dt="2024-05-06T18:44:17.686" v="10" actId="1076"/>
          <ac:spMkLst>
            <pc:docMk/>
            <pc:sldMk cId="1781686142" sldId="270"/>
            <ac:spMk id="3" creationId="{DC9623D9-8D9F-0713-9BBA-DDBFD2F6F350}"/>
          </ac:spMkLst>
        </pc:spChg>
        <pc:spChg chg="add mod">
          <ac:chgData name="Yunlong Jia" userId="6b7af21b-5f2a-4116-95e0-5cdc728d2113" providerId="ADAL" clId="{218BD089-AB2B-5640-B9AF-C4147F597F76}" dt="2024-05-06T18:50:26.630" v="38" actId="1076"/>
          <ac:spMkLst>
            <pc:docMk/>
            <pc:sldMk cId="1781686142" sldId="270"/>
            <ac:spMk id="5" creationId="{847F9991-5CC6-F1A7-35A7-0CF330EBDAAC}"/>
          </ac:spMkLst>
        </pc:spChg>
        <pc:spChg chg="add mod">
          <ac:chgData name="Yunlong Jia" userId="6b7af21b-5f2a-4116-95e0-5cdc728d2113" providerId="ADAL" clId="{218BD089-AB2B-5640-B9AF-C4147F597F76}" dt="2024-05-06T18:50:29.298" v="39" actId="1076"/>
          <ac:spMkLst>
            <pc:docMk/>
            <pc:sldMk cId="1781686142" sldId="270"/>
            <ac:spMk id="7" creationId="{37D5A267-B0CE-C6DF-420F-F7082A04F881}"/>
          </ac:spMkLst>
        </pc:spChg>
        <pc:spChg chg="add mod">
          <ac:chgData name="Yunlong Jia" userId="6b7af21b-5f2a-4116-95e0-5cdc728d2113" providerId="ADAL" clId="{218BD089-AB2B-5640-B9AF-C4147F597F76}" dt="2024-05-06T18:50:33.342" v="41" actId="14100"/>
          <ac:spMkLst>
            <pc:docMk/>
            <pc:sldMk cId="1781686142" sldId="270"/>
            <ac:spMk id="8" creationId="{93FBD871-A163-A3F9-75A3-3419143B3710}"/>
          </ac:spMkLst>
        </pc:spChg>
        <pc:picChg chg="add mod">
          <ac:chgData name="Yunlong Jia" userId="6b7af21b-5f2a-4116-95e0-5cdc728d2113" providerId="ADAL" clId="{218BD089-AB2B-5640-B9AF-C4147F597F76}" dt="2024-05-06T18:47:49.827" v="21" actId="1076"/>
          <ac:picMkLst>
            <pc:docMk/>
            <pc:sldMk cId="1781686142" sldId="270"/>
            <ac:picMk id="1026" creationId="{91435F74-54A5-940F-7637-B6E5D7C57456}"/>
          </ac:picMkLst>
        </pc:picChg>
      </pc:sldChg>
      <pc:sldChg chg="addSp delSp modSp new mod ord">
        <pc:chgData name="Yunlong Jia" userId="6b7af21b-5f2a-4116-95e0-5cdc728d2113" providerId="ADAL" clId="{218BD089-AB2B-5640-B9AF-C4147F597F76}" dt="2024-05-06T18:57:08.211" v="58" actId="1076"/>
        <pc:sldMkLst>
          <pc:docMk/>
          <pc:sldMk cId="3295898158" sldId="271"/>
        </pc:sldMkLst>
        <pc:spChg chg="add del mod">
          <ac:chgData name="Yunlong Jia" userId="6b7af21b-5f2a-4116-95e0-5cdc728d2113" providerId="ADAL" clId="{218BD089-AB2B-5640-B9AF-C4147F597F76}" dt="2024-05-06T18:50:39.280" v="44" actId="478"/>
          <ac:spMkLst>
            <pc:docMk/>
            <pc:sldMk cId="3295898158" sldId="271"/>
            <ac:spMk id="3" creationId="{0430853B-5774-318A-7F88-CABF25DA9F11}"/>
          </ac:spMkLst>
        </pc:spChg>
        <pc:spChg chg="add mod">
          <ac:chgData name="Yunlong Jia" userId="6b7af21b-5f2a-4116-95e0-5cdc728d2113" providerId="ADAL" clId="{218BD089-AB2B-5640-B9AF-C4147F597F76}" dt="2024-05-06T18:50:42.882" v="45" actId="1076"/>
          <ac:spMkLst>
            <pc:docMk/>
            <pc:sldMk cId="3295898158" sldId="271"/>
            <ac:spMk id="5" creationId="{F523E8B4-9D24-F6FF-F3BB-F40E4A4C361A}"/>
          </ac:spMkLst>
        </pc:spChg>
        <pc:spChg chg="add mod">
          <ac:chgData name="Yunlong Jia" userId="6b7af21b-5f2a-4116-95e0-5cdc728d2113" providerId="ADAL" clId="{218BD089-AB2B-5640-B9AF-C4147F597F76}" dt="2024-05-06T18:56:22.449" v="55" actId="404"/>
          <ac:spMkLst>
            <pc:docMk/>
            <pc:sldMk cId="3295898158" sldId="271"/>
            <ac:spMk id="7" creationId="{904270BE-417F-551C-9206-75351BC158B3}"/>
          </ac:spMkLst>
        </pc:spChg>
        <pc:picChg chg="add mod">
          <ac:chgData name="Yunlong Jia" userId="6b7af21b-5f2a-4116-95e0-5cdc728d2113" providerId="ADAL" clId="{218BD089-AB2B-5640-B9AF-C4147F597F76}" dt="2024-05-06T18:53:50.790" v="49" actId="1076"/>
          <ac:picMkLst>
            <pc:docMk/>
            <pc:sldMk cId="3295898158" sldId="271"/>
            <ac:picMk id="2050" creationId="{1357D3C3-52B0-7A72-921C-8EEB3D0AD2F4}"/>
          </ac:picMkLst>
        </pc:picChg>
        <pc:picChg chg="add mod">
          <ac:chgData name="Yunlong Jia" userId="6b7af21b-5f2a-4116-95e0-5cdc728d2113" providerId="ADAL" clId="{218BD089-AB2B-5640-B9AF-C4147F597F76}" dt="2024-05-06T18:57:08.211" v="58" actId="1076"/>
          <ac:picMkLst>
            <pc:docMk/>
            <pc:sldMk cId="3295898158" sldId="271"/>
            <ac:picMk id="2052" creationId="{54A445C9-A35B-81B6-B5C8-F0F302D7F85D}"/>
          </ac:picMkLst>
        </pc:picChg>
      </pc:sldChg>
    </pc:docChg>
  </pc:docChgLst>
  <pc:docChgLst>
    <pc:chgData name="Yunlong Jia" userId="6b7af21b-5f2a-4116-95e0-5cdc728d2113" providerId="ADAL" clId="{9E53AAB9-4B3B-2B41-A624-2FA19531EDD8}"/>
    <pc:docChg chg="custSel addSld delSld modSld sldOrd addSection modSection">
      <pc:chgData name="Yunlong Jia" userId="6b7af21b-5f2a-4116-95e0-5cdc728d2113" providerId="ADAL" clId="{9E53AAB9-4B3B-2B41-A624-2FA19531EDD8}" dt="2024-08-06T22:15:19.124" v="90" actId="17846"/>
      <pc:docMkLst>
        <pc:docMk/>
      </pc:docMkLst>
      <pc:sldChg chg="delSp mod ord">
        <pc:chgData name="Yunlong Jia" userId="6b7af21b-5f2a-4116-95e0-5cdc728d2113" providerId="ADAL" clId="{9E53AAB9-4B3B-2B41-A624-2FA19531EDD8}" dt="2024-08-06T22:10:01.601" v="64" actId="20578"/>
        <pc:sldMkLst>
          <pc:docMk/>
          <pc:sldMk cId="4151353335" sldId="264"/>
        </pc:sldMkLst>
        <pc:spChg chg="del">
          <ac:chgData name="Yunlong Jia" userId="6b7af21b-5f2a-4116-95e0-5cdc728d2113" providerId="ADAL" clId="{9E53AAB9-4B3B-2B41-A624-2FA19531EDD8}" dt="2024-08-06T22:09:56.260" v="61" actId="478"/>
          <ac:spMkLst>
            <pc:docMk/>
            <pc:sldMk cId="4151353335" sldId="264"/>
            <ac:spMk id="7" creationId="{90B5F92A-CFB8-AB1B-DB83-D1E9B325AFB7}"/>
          </ac:spMkLst>
        </pc:spChg>
      </pc:sldChg>
      <pc:sldChg chg="ord">
        <pc:chgData name="Yunlong Jia" userId="6b7af21b-5f2a-4116-95e0-5cdc728d2113" providerId="ADAL" clId="{9E53AAB9-4B3B-2B41-A624-2FA19531EDD8}" dt="2024-08-06T22:10:07.366" v="65" actId="20578"/>
        <pc:sldMkLst>
          <pc:docMk/>
          <pc:sldMk cId="984055076" sldId="266"/>
        </pc:sldMkLst>
      </pc:sldChg>
      <pc:sldChg chg="ord">
        <pc:chgData name="Yunlong Jia" userId="6b7af21b-5f2a-4116-95e0-5cdc728d2113" providerId="ADAL" clId="{9E53AAB9-4B3B-2B41-A624-2FA19531EDD8}" dt="2024-08-06T22:10:22.007" v="66" actId="20578"/>
        <pc:sldMkLst>
          <pc:docMk/>
          <pc:sldMk cId="28835499" sldId="267"/>
        </pc:sldMkLst>
      </pc:sldChg>
      <pc:sldChg chg="addSp modSp mod">
        <pc:chgData name="Yunlong Jia" userId="6b7af21b-5f2a-4116-95e0-5cdc728d2113" providerId="ADAL" clId="{9E53AAB9-4B3B-2B41-A624-2FA19531EDD8}" dt="2024-08-06T22:07:26.860" v="2" actId="1076"/>
        <pc:sldMkLst>
          <pc:docMk/>
          <pc:sldMk cId="550796796" sldId="388"/>
        </pc:sldMkLst>
        <pc:spChg chg="add mod">
          <ac:chgData name="Yunlong Jia" userId="6b7af21b-5f2a-4116-95e0-5cdc728d2113" providerId="ADAL" clId="{9E53AAB9-4B3B-2B41-A624-2FA19531EDD8}" dt="2024-08-06T22:07:26.860" v="2" actId="1076"/>
          <ac:spMkLst>
            <pc:docMk/>
            <pc:sldMk cId="550796796" sldId="388"/>
            <ac:spMk id="2" creationId="{B12BFDF5-1981-B2DB-B553-8392D82AB8DD}"/>
          </ac:spMkLst>
        </pc:spChg>
      </pc:sldChg>
      <pc:sldChg chg="delSp modSp add mod">
        <pc:chgData name="Yunlong Jia" userId="6b7af21b-5f2a-4116-95e0-5cdc728d2113" providerId="ADAL" clId="{9E53AAB9-4B3B-2B41-A624-2FA19531EDD8}" dt="2024-08-06T22:15:00.208" v="88" actId="1076"/>
        <pc:sldMkLst>
          <pc:docMk/>
          <pc:sldMk cId="2041960949" sldId="389"/>
        </pc:sldMkLst>
        <pc:spChg chg="mod">
          <ac:chgData name="Yunlong Jia" userId="6b7af21b-5f2a-4116-95e0-5cdc728d2113" providerId="ADAL" clId="{9E53AAB9-4B3B-2B41-A624-2FA19531EDD8}" dt="2024-08-06T22:15:00.208" v="88" actId="1076"/>
          <ac:spMkLst>
            <pc:docMk/>
            <pc:sldMk cId="2041960949" sldId="389"/>
            <ac:spMk id="3" creationId="{88D6F5A5-B34A-8550-91A6-8F52B820476A}"/>
          </ac:spMkLst>
        </pc:spChg>
        <pc:spChg chg="mod">
          <ac:chgData name="Yunlong Jia" userId="6b7af21b-5f2a-4116-95e0-5cdc728d2113" providerId="ADAL" clId="{9E53AAB9-4B3B-2B41-A624-2FA19531EDD8}" dt="2024-08-06T22:15:00.208" v="88" actId="1076"/>
          <ac:spMkLst>
            <pc:docMk/>
            <pc:sldMk cId="2041960949" sldId="389"/>
            <ac:spMk id="5" creationId="{E3C957C7-3AB2-A056-6038-8705039192A0}"/>
          </ac:spMkLst>
        </pc:spChg>
        <pc:spChg chg="del">
          <ac:chgData name="Yunlong Jia" userId="6b7af21b-5f2a-4116-95e0-5cdc728d2113" providerId="ADAL" clId="{9E53AAB9-4B3B-2B41-A624-2FA19531EDD8}" dt="2024-08-06T22:07:49.375" v="3" actId="478"/>
          <ac:spMkLst>
            <pc:docMk/>
            <pc:sldMk cId="2041960949" sldId="389"/>
            <ac:spMk id="7" creationId="{BCD5FC5D-6958-C515-5E19-C43ADC02AFAF}"/>
          </ac:spMkLst>
        </pc:spChg>
        <pc:spChg chg="del">
          <ac:chgData name="Yunlong Jia" userId="6b7af21b-5f2a-4116-95e0-5cdc728d2113" providerId="ADAL" clId="{9E53AAB9-4B3B-2B41-A624-2FA19531EDD8}" dt="2024-08-06T22:07:49.375" v="3" actId="478"/>
          <ac:spMkLst>
            <pc:docMk/>
            <pc:sldMk cId="2041960949" sldId="389"/>
            <ac:spMk id="9" creationId="{A5C9AE52-C932-BED4-B097-CE1427418F85}"/>
          </ac:spMkLst>
        </pc:spChg>
        <pc:spChg chg="mod">
          <ac:chgData name="Yunlong Jia" userId="6b7af21b-5f2a-4116-95e0-5cdc728d2113" providerId="ADAL" clId="{9E53AAB9-4B3B-2B41-A624-2FA19531EDD8}" dt="2024-08-06T22:15:00.208" v="88" actId="1076"/>
          <ac:spMkLst>
            <pc:docMk/>
            <pc:sldMk cId="2041960949" sldId="389"/>
            <ac:spMk id="11" creationId="{3C8BFAF5-A4BA-5837-BCA2-7AD57D222211}"/>
          </ac:spMkLst>
        </pc:spChg>
        <pc:spChg chg="mod">
          <ac:chgData name="Yunlong Jia" userId="6b7af21b-5f2a-4116-95e0-5cdc728d2113" providerId="ADAL" clId="{9E53AAB9-4B3B-2B41-A624-2FA19531EDD8}" dt="2024-08-06T22:15:00.208" v="88" actId="1076"/>
          <ac:spMkLst>
            <pc:docMk/>
            <pc:sldMk cId="2041960949" sldId="389"/>
            <ac:spMk id="13" creationId="{0308CB3C-94B4-CE2F-F1EE-1C5B116134DC}"/>
          </ac:spMkLst>
        </pc:spChg>
        <pc:spChg chg="mod">
          <ac:chgData name="Yunlong Jia" userId="6b7af21b-5f2a-4116-95e0-5cdc728d2113" providerId="ADAL" clId="{9E53AAB9-4B3B-2B41-A624-2FA19531EDD8}" dt="2024-08-06T22:15:00.208" v="88" actId="1076"/>
          <ac:spMkLst>
            <pc:docMk/>
            <pc:sldMk cId="2041960949" sldId="389"/>
            <ac:spMk id="14" creationId="{8D855A5F-16CC-F8AA-9010-95BC5CD233F6}"/>
          </ac:spMkLst>
        </pc:spChg>
      </pc:sldChg>
      <pc:sldChg chg="addSp delSp modSp new mod">
        <pc:chgData name="Yunlong Jia" userId="6b7af21b-5f2a-4116-95e0-5cdc728d2113" providerId="ADAL" clId="{9E53AAB9-4B3B-2B41-A624-2FA19531EDD8}" dt="2024-08-06T22:14:17.035" v="85" actId="478"/>
        <pc:sldMkLst>
          <pc:docMk/>
          <pc:sldMk cId="3084352605" sldId="390"/>
        </pc:sldMkLst>
        <pc:spChg chg="add mod">
          <ac:chgData name="Yunlong Jia" userId="6b7af21b-5f2a-4116-95e0-5cdc728d2113" providerId="ADAL" clId="{9E53AAB9-4B3B-2B41-A624-2FA19531EDD8}" dt="2024-08-06T22:09:33.410" v="60" actId="1035"/>
          <ac:spMkLst>
            <pc:docMk/>
            <pc:sldMk cId="3084352605" sldId="390"/>
            <ac:spMk id="2" creationId="{AE1D80A3-4020-8B13-1FDC-6126D77802C7}"/>
          </ac:spMkLst>
        </pc:spChg>
        <pc:spChg chg="add del mod">
          <ac:chgData name="Yunlong Jia" userId="6b7af21b-5f2a-4116-95e0-5cdc728d2113" providerId="ADAL" clId="{9E53AAB9-4B3B-2B41-A624-2FA19531EDD8}" dt="2024-08-06T22:14:17.035" v="85" actId="478"/>
          <ac:spMkLst>
            <pc:docMk/>
            <pc:sldMk cId="3084352605" sldId="390"/>
            <ac:spMk id="3" creationId="{433A7EBF-CC69-54C9-B64B-2793680EEE39}"/>
          </ac:spMkLst>
        </pc:spChg>
        <pc:spChg chg="add del mod">
          <ac:chgData name="Yunlong Jia" userId="6b7af21b-5f2a-4116-95e0-5cdc728d2113" providerId="ADAL" clId="{9E53AAB9-4B3B-2B41-A624-2FA19531EDD8}" dt="2024-08-06T22:14:17.035" v="85" actId="478"/>
          <ac:spMkLst>
            <pc:docMk/>
            <pc:sldMk cId="3084352605" sldId="390"/>
            <ac:spMk id="4" creationId="{44A25B06-3BEA-D0D4-B238-590B64A98BFE}"/>
          </ac:spMkLst>
        </pc:spChg>
        <pc:spChg chg="add del mod">
          <ac:chgData name="Yunlong Jia" userId="6b7af21b-5f2a-4116-95e0-5cdc728d2113" providerId="ADAL" clId="{9E53AAB9-4B3B-2B41-A624-2FA19531EDD8}" dt="2024-08-06T22:14:17.035" v="85" actId="478"/>
          <ac:spMkLst>
            <pc:docMk/>
            <pc:sldMk cId="3084352605" sldId="390"/>
            <ac:spMk id="5" creationId="{FC39FC03-0F65-4AE7-5563-2C3BC644C9BD}"/>
          </ac:spMkLst>
        </pc:spChg>
        <pc:spChg chg="add del mod">
          <ac:chgData name="Yunlong Jia" userId="6b7af21b-5f2a-4116-95e0-5cdc728d2113" providerId="ADAL" clId="{9E53AAB9-4B3B-2B41-A624-2FA19531EDD8}" dt="2024-08-06T22:14:17.035" v="85" actId="478"/>
          <ac:spMkLst>
            <pc:docMk/>
            <pc:sldMk cId="3084352605" sldId="390"/>
            <ac:spMk id="6" creationId="{7D873A18-4F10-03F1-CB05-79E83886B2EF}"/>
          </ac:spMkLst>
        </pc:spChg>
        <pc:spChg chg="add del mod">
          <ac:chgData name="Yunlong Jia" userId="6b7af21b-5f2a-4116-95e0-5cdc728d2113" providerId="ADAL" clId="{9E53AAB9-4B3B-2B41-A624-2FA19531EDD8}" dt="2024-08-06T22:14:17.035" v="85" actId="478"/>
          <ac:spMkLst>
            <pc:docMk/>
            <pc:sldMk cId="3084352605" sldId="390"/>
            <ac:spMk id="7" creationId="{348DF987-A5D5-8D72-CC58-1A9BAF3AA32B}"/>
          </ac:spMkLst>
        </pc:spChg>
      </pc:sldChg>
      <pc:sldChg chg="new del ord">
        <pc:chgData name="Yunlong Jia" userId="6b7af21b-5f2a-4116-95e0-5cdc728d2113" providerId="ADAL" clId="{9E53AAB9-4B3B-2B41-A624-2FA19531EDD8}" dt="2024-08-06T22:12:43.061" v="76" actId="2696"/>
        <pc:sldMkLst>
          <pc:docMk/>
          <pc:sldMk cId="3231700648" sldId="391"/>
        </pc:sldMkLst>
      </pc:sldChg>
      <pc:sldChg chg="add">
        <pc:chgData name="Yunlong Jia" userId="6b7af21b-5f2a-4116-95e0-5cdc728d2113" providerId="ADAL" clId="{9E53AAB9-4B3B-2B41-A624-2FA19531EDD8}" dt="2024-08-06T22:12:37.506" v="75"/>
        <pc:sldMkLst>
          <pc:docMk/>
          <pc:sldMk cId="2327760528" sldId="392"/>
        </pc:sldMkLst>
      </pc:sldChg>
      <pc:sldChg chg="add">
        <pc:chgData name="Yunlong Jia" userId="6b7af21b-5f2a-4116-95e0-5cdc728d2113" providerId="ADAL" clId="{9E53AAB9-4B3B-2B41-A624-2FA19531EDD8}" dt="2024-08-06T22:13:10.515" v="77"/>
        <pc:sldMkLst>
          <pc:docMk/>
          <pc:sldMk cId="1952071333" sldId="399"/>
        </pc:sldMkLst>
      </pc:sldChg>
      <pc:sldChg chg="new del">
        <pc:chgData name="Yunlong Jia" userId="6b7af21b-5f2a-4116-95e0-5cdc728d2113" providerId="ADAL" clId="{9E53AAB9-4B3B-2B41-A624-2FA19531EDD8}" dt="2024-08-06T22:14:06.362" v="82" actId="2696"/>
        <pc:sldMkLst>
          <pc:docMk/>
          <pc:sldMk cId="2933319444" sldId="400"/>
        </pc:sldMkLst>
      </pc:sldChg>
      <pc:sldChg chg="delSp modSp add mod">
        <pc:chgData name="Yunlong Jia" userId="6b7af21b-5f2a-4116-95e0-5cdc728d2113" providerId="ADAL" clId="{9E53AAB9-4B3B-2B41-A624-2FA19531EDD8}" dt="2024-08-06T22:14:47.083" v="87" actId="1076"/>
        <pc:sldMkLst>
          <pc:docMk/>
          <pc:sldMk cId="1320725372" sldId="401"/>
        </pc:sldMkLst>
        <pc:spChg chg="mod">
          <ac:chgData name="Yunlong Jia" userId="6b7af21b-5f2a-4116-95e0-5cdc728d2113" providerId="ADAL" clId="{9E53AAB9-4B3B-2B41-A624-2FA19531EDD8}" dt="2024-08-06T22:14:47.083" v="87" actId="1076"/>
          <ac:spMkLst>
            <pc:docMk/>
            <pc:sldMk cId="1320725372" sldId="401"/>
            <ac:spMk id="2" creationId="{AE1D80A3-4020-8B13-1FDC-6126D77802C7}"/>
          </ac:spMkLst>
        </pc:spChg>
        <pc:spChg chg="del">
          <ac:chgData name="Yunlong Jia" userId="6b7af21b-5f2a-4116-95e0-5cdc728d2113" providerId="ADAL" clId="{9E53AAB9-4B3B-2B41-A624-2FA19531EDD8}" dt="2024-08-06T22:14:14.182" v="84" actId="478"/>
          <ac:spMkLst>
            <pc:docMk/>
            <pc:sldMk cId="1320725372" sldId="401"/>
            <ac:spMk id="3" creationId="{433A7EBF-CC69-54C9-B64B-2793680EEE39}"/>
          </ac:spMkLst>
        </pc:spChg>
        <pc:spChg chg="del">
          <ac:chgData name="Yunlong Jia" userId="6b7af21b-5f2a-4116-95e0-5cdc728d2113" providerId="ADAL" clId="{9E53AAB9-4B3B-2B41-A624-2FA19531EDD8}" dt="2024-08-06T22:14:14.182" v="84" actId="478"/>
          <ac:spMkLst>
            <pc:docMk/>
            <pc:sldMk cId="1320725372" sldId="401"/>
            <ac:spMk id="4" creationId="{44A25B06-3BEA-D0D4-B238-590B64A98BFE}"/>
          </ac:spMkLst>
        </pc:spChg>
        <pc:spChg chg="del">
          <ac:chgData name="Yunlong Jia" userId="6b7af21b-5f2a-4116-95e0-5cdc728d2113" providerId="ADAL" clId="{9E53AAB9-4B3B-2B41-A624-2FA19531EDD8}" dt="2024-08-06T22:14:14.182" v="84" actId="478"/>
          <ac:spMkLst>
            <pc:docMk/>
            <pc:sldMk cId="1320725372" sldId="401"/>
            <ac:spMk id="5" creationId="{FC39FC03-0F65-4AE7-5563-2C3BC644C9BD}"/>
          </ac:spMkLst>
        </pc:spChg>
        <pc:spChg chg="del">
          <ac:chgData name="Yunlong Jia" userId="6b7af21b-5f2a-4116-95e0-5cdc728d2113" providerId="ADAL" clId="{9E53AAB9-4B3B-2B41-A624-2FA19531EDD8}" dt="2024-08-06T22:14:14.182" v="84" actId="478"/>
          <ac:spMkLst>
            <pc:docMk/>
            <pc:sldMk cId="1320725372" sldId="401"/>
            <ac:spMk id="6" creationId="{7D873A18-4F10-03F1-CB05-79E83886B2EF}"/>
          </ac:spMkLst>
        </pc:spChg>
        <pc:spChg chg="del">
          <ac:chgData name="Yunlong Jia" userId="6b7af21b-5f2a-4116-95e0-5cdc728d2113" providerId="ADAL" clId="{9E53AAB9-4B3B-2B41-A624-2FA19531EDD8}" dt="2024-08-06T22:14:12.811" v="83" actId="478"/>
          <ac:spMkLst>
            <pc:docMk/>
            <pc:sldMk cId="1320725372" sldId="401"/>
            <ac:spMk id="7" creationId="{348DF987-A5D5-8D72-CC58-1A9BAF3AA32B}"/>
          </ac:spMkLst>
        </pc:spChg>
      </pc:sldChg>
    </pc:docChg>
  </pc:docChgLst>
  <pc:docChgLst>
    <pc:chgData name="Yunlong JIA" userId="4daa8bfd-e6d6-4f44-b315-8c5b7a700152" providerId="ADAL" clId="{CB9CB9DA-DB89-2040-970D-0013FFF5FB81}"/>
    <pc:docChg chg="delSld modSld">
      <pc:chgData name="Yunlong JIA" userId="4daa8bfd-e6d6-4f44-b315-8c5b7a700152" providerId="ADAL" clId="{CB9CB9DA-DB89-2040-970D-0013FFF5FB81}" dt="2023-01-07T21:47:12.739" v="6" actId="1076"/>
      <pc:docMkLst>
        <pc:docMk/>
      </pc:docMkLst>
      <pc:sldChg chg="addSp modSp mod">
        <pc:chgData name="Yunlong JIA" userId="4daa8bfd-e6d6-4f44-b315-8c5b7a700152" providerId="ADAL" clId="{CB9CB9DA-DB89-2040-970D-0013FFF5FB81}" dt="2023-01-07T21:47:12.739" v="6" actId="1076"/>
        <pc:sldMkLst>
          <pc:docMk/>
          <pc:sldMk cId="2858834667" sldId="257"/>
        </pc:sldMkLst>
        <pc:picChg chg="add mod">
          <ac:chgData name="Yunlong JIA" userId="4daa8bfd-e6d6-4f44-b315-8c5b7a700152" providerId="ADAL" clId="{CB9CB9DA-DB89-2040-970D-0013FFF5FB81}" dt="2023-01-07T21:47:12.739" v="6" actId="1076"/>
          <ac:picMkLst>
            <pc:docMk/>
            <pc:sldMk cId="2858834667" sldId="257"/>
            <ac:picMk id="2" creationId="{03C6082F-433D-DDB0-102A-D65EFDA9B509}"/>
          </ac:picMkLst>
        </pc:picChg>
      </pc:sldChg>
      <pc:sldChg chg="del">
        <pc:chgData name="Yunlong JIA" userId="4daa8bfd-e6d6-4f44-b315-8c5b7a700152" providerId="ADAL" clId="{CB9CB9DA-DB89-2040-970D-0013FFF5FB81}" dt="2023-01-07T21:46:51.696" v="2" actId="2696"/>
        <pc:sldMkLst>
          <pc:docMk/>
          <pc:sldMk cId="4131580284" sldId="258"/>
        </pc:sldMkLst>
      </pc:sldChg>
      <pc:sldChg chg="del">
        <pc:chgData name="Yunlong JIA" userId="4daa8bfd-e6d6-4f44-b315-8c5b7a700152" providerId="ADAL" clId="{CB9CB9DA-DB89-2040-970D-0013FFF5FB81}" dt="2023-01-07T21:46:52.142" v="3" actId="2696"/>
        <pc:sldMkLst>
          <pc:docMk/>
          <pc:sldMk cId="3605192468" sldId="259"/>
        </pc:sldMkLst>
      </pc:sldChg>
      <pc:sldChg chg="del">
        <pc:chgData name="Yunlong JIA" userId="4daa8bfd-e6d6-4f44-b315-8c5b7a700152" providerId="ADAL" clId="{CB9CB9DA-DB89-2040-970D-0013FFF5FB81}" dt="2023-01-07T21:46:49.187" v="0" actId="2696"/>
        <pc:sldMkLst>
          <pc:docMk/>
          <pc:sldMk cId="1728289329" sldId="518"/>
        </pc:sldMkLst>
      </pc:sldChg>
      <pc:sldChg chg="del">
        <pc:chgData name="Yunlong JIA" userId="4daa8bfd-e6d6-4f44-b315-8c5b7a700152" providerId="ADAL" clId="{CB9CB9DA-DB89-2040-970D-0013FFF5FB81}" dt="2023-01-07T21:46:51.181" v="1" actId="2696"/>
        <pc:sldMkLst>
          <pc:docMk/>
          <pc:sldMk cId="882241110" sldId="519"/>
        </pc:sldMkLst>
      </pc:sldChg>
    </pc:docChg>
  </pc:docChgLst>
  <pc:docChgLst>
    <pc:chgData name="Yunlong Jia" userId="6b7af21b-5f2a-4116-95e0-5cdc728d2113" providerId="ADAL" clId="{48473C89-E92C-AD4D-BEEA-53540AC9F38F}"/>
    <pc:docChg chg="undo custSel addSld modSld addSection modSection">
      <pc:chgData name="Yunlong Jia" userId="6b7af21b-5f2a-4116-95e0-5cdc728d2113" providerId="ADAL" clId="{48473C89-E92C-AD4D-BEEA-53540AC9F38F}" dt="2024-09-29T04:54:19.511" v="1112" actId="207"/>
      <pc:docMkLst>
        <pc:docMk/>
      </pc:docMkLst>
      <pc:sldChg chg="modSp mod">
        <pc:chgData name="Yunlong Jia" userId="6b7af21b-5f2a-4116-95e0-5cdc728d2113" providerId="ADAL" clId="{48473C89-E92C-AD4D-BEEA-53540AC9F38F}" dt="2024-09-27T16:41:17.299" v="1022" actId="20577"/>
        <pc:sldMkLst>
          <pc:docMk/>
          <pc:sldMk cId="3245404595" sldId="440"/>
        </pc:sldMkLst>
        <pc:spChg chg="mod">
          <ac:chgData name="Yunlong Jia" userId="6b7af21b-5f2a-4116-95e0-5cdc728d2113" providerId="ADAL" clId="{48473C89-E92C-AD4D-BEEA-53540AC9F38F}" dt="2024-09-27T16:41:17.299" v="1022" actId="20577"/>
          <ac:spMkLst>
            <pc:docMk/>
            <pc:sldMk cId="3245404595" sldId="440"/>
            <ac:spMk id="3" creationId="{2A2BF49D-C029-2BD2-2036-DBAE070425AB}"/>
          </ac:spMkLst>
        </pc:spChg>
      </pc:sldChg>
      <pc:sldChg chg="addSp modSp mod modNotesTx">
        <pc:chgData name="Yunlong Jia" userId="6b7af21b-5f2a-4116-95e0-5cdc728d2113" providerId="ADAL" clId="{48473C89-E92C-AD4D-BEEA-53540AC9F38F}" dt="2024-09-26T22:47:41.875" v="697" actId="1038"/>
        <pc:sldMkLst>
          <pc:docMk/>
          <pc:sldMk cId="3752015121" sldId="444"/>
        </pc:sldMkLst>
        <pc:spChg chg="add mod">
          <ac:chgData name="Yunlong Jia" userId="6b7af21b-5f2a-4116-95e0-5cdc728d2113" providerId="ADAL" clId="{48473C89-E92C-AD4D-BEEA-53540AC9F38F}" dt="2024-09-26T22:47:11.665" v="695" actId="1076"/>
          <ac:spMkLst>
            <pc:docMk/>
            <pc:sldMk cId="3752015121" sldId="444"/>
            <ac:spMk id="4" creationId="{32990BCC-3D24-69CC-5C8D-DF86F4F80E2E}"/>
          </ac:spMkLst>
        </pc:spChg>
        <pc:spChg chg="add mod">
          <ac:chgData name="Yunlong Jia" userId="6b7af21b-5f2a-4116-95e0-5cdc728d2113" providerId="ADAL" clId="{48473C89-E92C-AD4D-BEEA-53540AC9F38F}" dt="2024-09-26T22:45:43.999" v="647" actId="1076"/>
          <ac:spMkLst>
            <pc:docMk/>
            <pc:sldMk cId="3752015121" sldId="444"/>
            <ac:spMk id="5" creationId="{3DB37D22-1A1D-DDFB-9C27-C8C8CE76EB31}"/>
          </ac:spMkLst>
        </pc:spChg>
        <pc:spChg chg="add mod">
          <ac:chgData name="Yunlong Jia" userId="6b7af21b-5f2a-4116-95e0-5cdc728d2113" providerId="ADAL" clId="{48473C89-E92C-AD4D-BEEA-53540AC9F38F}" dt="2024-09-26T22:47:41.875" v="697" actId="1038"/>
          <ac:spMkLst>
            <pc:docMk/>
            <pc:sldMk cId="3752015121" sldId="444"/>
            <ac:spMk id="10" creationId="{6AB1690E-40A4-D0F4-B4C6-ACE23932CC4B}"/>
          </ac:spMkLst>
        </pc:spChg>
        <pc:spChg chg="add mod">
          <ac:chgData name="Yunlong Jia" userId="6b7af21b-5f2a-4116-95e0-5cdc728d2113" providerId="ADAL" clId="{48473C89-E92C-AD4D-BEEA-53540AC9F38F}" dt="2024-09-26T22:46:20.574" v="669" actId="1076"/>
          <ac:spMkLst>
            <pc:docMk/>
            <pc:sldMk cId="3752015121" sldId="444"/>
            <ac:spMk id="12" creationId="{D7D1535E-C3D9-485A-3801-0ABE738C42EC}"/>
          </ac:spMkLst>
        </pc:spChg>
        <pc:spChg chg="add mod">
          <ac:chgData name="Yunlong Jia" userId="6b7af21b-5f2a-4116-95e0-5cdc728d2113" providerId="ADAL" clId="{48473C89-E92C-AD4D-BEEA-53540AC9F38F}" dt="2024-09-26T22:46:26.304" v="670" actId="1076"/>
          <ac:spMkLst>
            <pc:docMk/>
            <pc:sldMk cId="3752015121" sldId="444"/>
            <ac:spMk id="15" creationId="{10BF76A6-CBA0-5214-06DF-C8A882D554D1}"/>
          </ac:spMkLst>
        </pc:spChg>
        <pc:grpChg chg="add mod">
          <ac:chgData name="Yunlong Jia" userId="6b7af21b-5f2a-4116-95e0-5cdc728d2113" providerId="ADAL" clId="{48473C89-E92C-AD4D-BEEA-53540AC9F38F}" dt="2024-09-26T22:45:26.833" v="623" actId="1076"/>
          <ac:grpSpMkLst>
            <pc:docMk/>
            <pc:sldMk cId="3752015121" sldId="444"/>
            <ac:grpSpMk id="19" creationId="{FF98CD73-5535-C6C5-EA6C-D9AB2D3AF2E0}"/>
          </ac:grpSpMkLst>
        </pc:grpChg>
        <pc:picChg chg="mod modCrop">
          <ac:chgData name="Yunlong Jia" userId="6b7af21b-5f2a-4116-95e0-5cdc728d2113" providerId="ADAL" clId="{48473C89-E92C-AD4D-BEEA-53540AC9F38F}" dt="2024-09-26T22:47:11.665" v="695" actId="1076"/>
          <ac:picMkLst>
            <pc:docMk/>
            <pc:sldMk cId="3752015121" sldId="444"/>
            <ac:picMk id="3" creationId="{5666254D-F38B-C5AD-4861-B1B634EFA6BF}"/>
          </ac:picMkLst>
        </pc:picChg>
        <pc:picChg chg="add mod">
          <ac:chgData name="Yunlong Jia" userId="6b7af21b-5f2a-4116-95e0-5cdc728d2113" providerId="ADAL" clId="{48473C89-E92C-AD4D-BEEA-53540AC9F38F}" dt="2024-09-26T22:44:26.887" v="587" actId="164"/>
          <ac:picMkLst>
            <pc:docMk/>
            <pc:sldMk cId="3752015121" sldId="444"/>
            <ac:picMk id="6" creationId="{6B13741E-70F9-48F9-E77E-7D3D58EA1452}"/>
          </ac:picMkLst>
        </pc:picChg>
        <pc:cxnChg chg="add mod">
          <ac:chgData name="Yunlong Jia" userId="6b7af21b-5f2a-4116-95e0-5cdc728d2113" providerId="ADAL" clId="{48473C89-E92C-AD4D-BEEA-53540AC9F38F}" dt="2024-09-26T22:44:26.887" v="587" actId="164"/>
          <ac:cxnSpMkLst>
            <pc:docMk/>
            <pc:sldMk cId="3752015121" sldId="444"/>
            <ac:cxnSpMk id="8" creationId="{49971EDF-27F8-24CC-0FE0-657A52B679E8}"/>
          </ac:cxnSpMkLst>
        </pc:cxnChg>
        <pc:cxnChg chg="add mod">
          <ac:chgData name="Yunlong Jia" userId="6b7af21b-5f2a-4116-95e0-5cdc728d2113" providerId="ADAL" clId="{48473C89-E92C-AD4D-BEEA-53540AC9F38F}" dt="2024-09-26T22:44:26.887" v="587" actId="164"/>
          <ac:cxnSpMkLst>
            <pc:docMk/>
            <pc:sldMk cId="3752015121" sldId="444"/>
            <ac:cxnSpMk id="11" creationId="{44005584-77D9-4D87-AE47-0C25B0374368}"/>
          </ac:cxnSpMkLst>
        </pc:cxnChg>
        <pc:cxnChg chg="add mod">
          <ac:chgData name="Yunlong Jia" userId="6b7af21b-5f2a-4116-95e0-5cdc728d2113" providerId="ADAL" clId="{48473C89-E92C-AD4D-BEEA-53540AC9F38F}" dt="2024-09-26T22:44:26.887" v="587" actId="164"/>
          <ac:cxnSpMkLst>
            <pc:docMk/>
            <pc:sldMk cId="3752015121" sldId="444"/>
            <ac:cxnSpMk id="14" creationId="{F2632AB4-4DA0-7A33-BA84-41A68E6A4C74}"/>
          </ac:cxnSpMkLst>
        </pc:cxnChg>
      </pc:sldChg>
      <pc:sldChg chg="addSp delSp modSp new mod modNotesTx">
        <pc:chgData name="Yunlong Jia" userId="6b7af21b-5f2a-4116-95e0-5cdc728d2113" providerId="ADAL" clId="{48473C89-E92C-AD4D-BEEA-53540AC9F38F}" dt="2024-09-26T21:49:43.380" v="489" actId="1582"/>
        <pc:sldMkLst>
          <pc:docMk/>
          <pc:sldMk cId="419366207" sldId="445"/>
        </pc:sldMkLst>
        <pc:spChg chg="add del mod">
          <ac:chgData name="Yunlong Jia" userId="6b7af21b-5f2a-4116-95e0-5cdc728d2113" providerId="ADAL" clId="{48473C89-E92C-AD4D-BEEA-53540AC9F38F}" dt="2024-09-26T18:10:20.641" v="114"/>
          <ac:spMkLst>
            <pc:docMk/>
            <pc:sldMk cId="419366207" sldId="445"/>
            <ac:spMk id="2" creationId="{A5246D63-1256-4384-7A4F-7DAB095A0215}"/>
          </ac:spMkLst>
        </pc:spChg>
        <pc:spChg chg="add mod">
          <ac:chgData name="Yunlong Jia" userId="6b7af21b-5f2a-4116-95e0-5cdc728d2113" providerId="ADAL" clId="{48473C89-E92C-AD4D-BEEA-53540AC9F38F}" dt="2024-09-26T18:15:52.334" v="239" actId="164"/>
          <ac:spMkLst>
            <pc:docMk/>
            <pc:sldMk cId="419366207" sldId="445"/>
            <ac:spMk id="5" creationId="{82797D2C-6C5A-D2DF-E704-D6420D83D3EE}"/>
          </ac:spMkLst>
        </pc:spChg>
        <pc:spChg chg="add mod">
          <ac:chgData name="Yunlong Jia" userId="6b7af21b-5f2a-4116-95e0-5cdc728d2113" providerId="ADAL" clId="{48473C89-E92C-AD4D-BEEA-53540AC9F38F}" dt="2024-09-26T18:15:52.334" v="239" actId="164"/>
          <ac:spMkLst>
            <pc:docMk/>
            <pc:sldMk cId="419366207" sldId="445"/>
            <ac:spMk id="6" creationId="{CDBF867F-F714-50FD-06C6-725950137891}"/>
          </ac:spMkLst>
        </pc:spChg>
        <pc:spChg chg="add mod">
          <ac:chgData name="Yunlong Jia" userId="6b7af21b-5f2a-4116-95e0-5cdc728d2113" providerId="ADAL" clId="{48473C89-E92C-AD4D-BEEA-53540AC9F38F}" dt="2024-09-26T18:15:52.334" v="239" actId="164"/>
          <ac:spMkLst>
            <pc:docMk/>
            <pc:sldMk cId="419366207" sldId="445"/>
            <ac:spMk id="7" creationId="{75F2A29E-ABFA-2622-69E4-1B35B828D84C}"/>
          </ac:spMkLst>
        </pc:spChg>
        <pc:spChg chg="add mod">
          <ac:chgData name="Yunlong Jia" userId="6b7af21b-5f2a-4116-95e0-5cdc728d2113" providerId="ADAL" clId="{48473C89-E92C-AD4D-BEEA-53540AC9F38F}" dt="2024-09-26T18:15:52.334" v="239" actId="164"/>
          <ac:spMkLst>
            <pc:docMk/>
            <pc:sldMk cId="419366207" sldId="445"/>
            <ac:spMk id="9" creationId="{18E1EBE1-EE3E-FC5E-3CF3-D0CED8312E10}"/>
          </ac:spMkLst>
        </pc:spChg>
        <pc:spChg chg="add mod">
          <ac:chgData name="Yunlong Jia" userId="6b7af21b-5f2a-4116-95e0-5cdc728d2113" providerId="ADAL" clId="{48473C89-E92C-AD4D-BEEA-53540AC9F38F}" dt="2024-09-26T18:15:52.334" v="239" actId="164"/>
          <ac:spMkLst>
            <pc:docMk/>
            <pc:sldMk cId="419366207" sldId="445"/>
            <ac:spMk id="10" creationId="{9D01CDA9-0161-192E-92AA-535452825FD1}"/>
          </ac:spMkLst>
        </pc:spChg>
        <pc:spChg chg="add mod">
          <ac:chgData name="Yunlong Jia" userId="6b7af21b-5f2a-4116-95e0-5cdc728d2113" providerId="ADAL" clId="{48473C89-E92C-AD4D-BEEA-53540AC9F38F}" dt="2024-09-26T18:15:56.982" v="240" actId="207"/>
          <ac:spMkLst>
            <pc:docMk/>
            <pc:sldMk cId="419366207" sldId="445"/>
            <ac:spMk id="11" creationId="{E4ECF632-D54E-82BB-6247-E2F1299B5003}"/>
          </ac:spMkLst>
        </pc:spChg>
        <pc:spChg chg="add mod">
          <ac:chgData name="Yunlong Jia" userId="6b7af21b-5f2a-4116-95e0-5cdc728d2113" providerId="ADAL" clId="{48473C89-E92C-AD4D-BEEA-53540AC9F38F}" dt="2024-09-26T21:49:37.008" v="488" actId="1582"/>
          <ac:spMkLst>
            <pc:docMk/>
            <pc:sldMk cId="419366207" sldId="445"/>
            <ac:spMk id="17" creationId="{5D3250F7-9B46-1BC4-75ED-50FFAF7D542E}"/>
          </ac:spMkLst>
        </pc:spChg>
        <pc:spChg chg="add mod">
          <ac:chgData name="Yunlong Jia" userId="6b7af21b-5f2a-4116-95e0-5cdc728d2113" providerId="ADAL" clId="{48473C89-E92C-AD4D-BEEA-53540AC9F38F}" dt="2024-09-26T21:49:31.782" v="487" actId="1582"/>
          <ac:spMkLst>
            <pc:docMk/>
            <pc:sldMk cId="419366207" sldId="445"/>
            <ac:spMk id="18" creationId="{71D63671-63E1-E708-4A26-8C56D2ABA4F7}"/>
          </ac:spMkLst>
        </pc:spChg>
        <pc:spChg chg="add mod">
          <ac:chgData name="Yunlong Jia" userId="6b7af21b-5f2a-4116-95e0-5cdc728d2113" providerId="ADAL" clId="{48473C89-E92C-AD4D-BEEA-53540AC9F38F}" dt="2024-09-26T21:49:43.380" v="489" actId="1582"/>
          <ac:spMkLst>
            <pc:docMk/>
            <pc:sldMk cId="419366207" sldId="445"/>
            <ac:spMk id="19" creationId="{CD07AA8D-60C6-8A70-A0B1-3E15E74EAA5F}"/>
          </ac:spMkLst>
        </pc:spChg>
        <pc:grpChg chg="add mod">
          <ac:chgData name="Yunlong Jia" userId="6b7af21b-5f2a-4116-95e0-5cdc728d2113" providerId="ADAL" clId="{48473C89-E92C-AD4D-BEEA-53540AC9F38F}" dt="2024-09-26T18:15:52.334" v="239" actId="164"/>
          <ac:grpSpMkLst>
            <pc:docMk/>
            <pc:sldMk cId="419366207" sldId="445"/>
            <ac:grpSpMk id="12" creationId="{96C4DC43-1FC5-6C8A-EE03-19596F618847}"/>
          </ac:grpSpMkLst>
        </pc:grpChg>
        <pc:picChg chg="add del">
          <ac:chgData name="Yunlong Jia" userId="6b7af21b-5f2a-4116-95e0-5cdc728d2113" providerId="ADAL" clId="{48473C89-E92C-AD4D-BEEA-53540AC9F38F}" dt="2024-09-26T18:10:22.042" v="116" actId="478"/>
          <ac:picMkLst>
            <pc:docMk/>
            <pc:sldMk cId="419366207" sldId="445"/>
            <ac:picMk id="3" creationId="{37B2B71F-8EE8-7403-E931-AB089437FF19}"/>
          </ac:picMkLst>
        </pc:picChg>
        <pc:picChg chg="add mod modCrop">
          <ac:chgData name="Yunlong Jia" userId="6b7af21b-5f2a-4116-95e0-5cdc728d2113" providerId="ADAL" clId="{48473C89-E92C-AD4D-BEEA-53540AC9F38F}" dt="2024-09-26T18:15:52.334" v="239" actId="164"/>
          <ac:picMkLst>
            <pc:docMk/>
            <pc:sldMk cId="419366207" sldId="445"/>
            <ac:picMk id="4" creationId="{14C09ED9-BE04-714D-D825-C84842244DDC}"/>
          </ac:picMkLst>
        </pc:picChg>
        <pc:picChg chg="add del mod">
          <ac:chgData name="Yunlong Jia" userId="6b7af21b-5f2a-4116-95e0-5cdc728d2113" providerId="ADAL" clId="{48473C89-E92C-AD4D-BEEA-53540AC9F38F}" dt="2024-09-26T18:40:55.564" v="243" actId="478"/>
          <ac:picMkLst>
            <pc:docMk/>
            <pc:sldMk cId="419366207" sldId="445"/>
            <ac:picMk id="14" creationId="{C4EED240-C302-5EC3-911F-ED24AADC7A5A}"/>
          </ac:picMkLst>
        </pc:picChg>
        <pc:picChg chg="add mod">
          <ac:chgData name="Yunlong Jia" userId="6b7af21b-5f2a-4116-95e0-5cdc728d2113" providerId="ADAL" clId="{48473C89-E92C-AD4D-BEEA-53540AC9F38F}" dt="2024-09-26T18:50:04.197" v="401" actId="1076"/>
          <ac:picMkLst>
            <pc:docMk/>
            <pc:sldMk cId="419366207" sldId="445"/>
            <ac:picMk id="16" creationId="{D4DE5874-40DE-62BF-E424-DD47BDD1736E}"/>
          </ac:picMkLst>
        </pc:picChg>
      </pc:sldChg>
      <pc:sldChg chg="addSp modSp new mod">
        <pc:chgData name="Yunlong Jia" userId="6b7af21b-5f2a-4116-95e0-5cdc728d2113" providerId="ADAL" clId="{48473C89-E92C-AD4D-BEEA-53540AC9F38F}" dt="2024-09-27T06:48:01.511" v="703" actId="1076"/>
        <pc:sldMkLst>
          <pc:docMk/>
          <pc:sldMk cId="650049157" sldId="446"/>
        </pc:sldMkLst>
        <pc:spChg chg="add mod">
          <ac:chgData name="Yunlong Jia" userId="6b7af21b-5f2a-4116-95e0-5cdc728d2113" providerId="ADAL" clId="{48473C89-E92C-AD4D-BEEA-53540AC9F38F}" dt="2024-09-27T06:48:01.511" v="703" actId="1076"/>
          <ac:spMkLst>
            <pc:docMk/>
            <pc:sldMk cId="650049157" sldId="446"/>
            <ac:spMk id="3" creationId="{AA73F559-0467-8074-F6EC-C0E7D8B5102A}"/>
          </ac:spMkLst>
        </pc:spChg>
        <pc:picChg chg="add mod">
          <ac:chgData name="Yunlong Jia" userId="6b7af21b-5f2a-4116-95e0-5cdc728d2113" providerId="ADAL" clId="{48473C89-E92C-AD4D-BEEA-53540AC9F38F}" dt="2024-09-27T06:47:54.851" v="701" actId="14100"/>
          <ac:picMkLst>
            <pc:docMk/>
            <pc:sldMk cId="650049157" sldId="446"/>
            <ac:picMk id="2" creationId="{E619AB0E-8C7C-D816-3C5A-616BE542370C}"/>
          </ac:picMkLst>
        </pc:picChg>
      </pc:sldChg>
      <pc:sldChg chg="addSp modSp new mod modNotesTx">
        <pc:chgData name="Yunlong Jia" userId="6b7af21b-5f2a-4116-95e0-5cdc728d2113" providerId="ADAL" clId="{48473C89-E92C-AD4D-BEEA-53540AC9F38F}" dt="2024-09-27T12:18:02.306" v="888" actId="20577"/>
        <pc:sldMkLst>
          <pc:docMk/>
          <pc:sldMk cId="1941992160" sldId="447"/>
        </pc:sldMkLst>
        <pc:spChg chg="add mod">
          <ac:chgData name="Yunlong Jia" userId="6b7af21b-5f2a-4116-95e0-5cdc728d2113" providerId="ADAL" clId="{48473C89-E92C-AD4D-BEEA-53540AC9F38F}" dt="2024-09-27T11:53:42.959" v="852" actId="1036"/>
          <ac:spMkLst>
            <pc:docMk/>
            <pc:sldMk cId="1941992160" sldId="447"/>
            <ac:spMk id="4" creationId="{864BA70C-29A3-A0F1-03B7-5157910C1EDB}"/>
          </ac:spMkLst>
        </pc:spChg>
        <pc:spChg chg="add mod">
          <ac:chgData name="Yunlong Jia" userId="6b7af21b-5f2a-4116-95e0-5cdc728d2113" providerId="ADAL" clId="{48473C89-E92C-AD4D-BEEA-53540AC9F38F}" dt="2024-09-27T11:53:42.959" v="852" actId="1036"/>
          <ac:spMkLst>
            <pc:docMk/>
            <pc:sldMk cId="1941992160" sldId="447"/>
            <ac:spMk id="6" creationId="{8C9E712C-E545-E7BE-BBE1-D4D65043AAA2}"/>
          </ac:spMkLst>
        </pc:spChg>
        <pc:spChg chg="add mod">
          <ac:chgData name="Yunlong Jia" userId="6b7af21b-5f2a-4116-95e0-5cdc728d2113" providerId="ADAL" clId="{48473C89-E92C-AD4D-BEEA-53540AC9F38F}" dt="2024-09-27T12:18:02.306" v="888" actId="20577"/>
          <ac:spMkLst>
            <pc:docMk/>
            <pc:sldMk cId="1941992160" sldId="447"/>
            <ac:spMk id="8" creationId="{BA620329-9D31-71C9-EB5B-453954DCF500}"/>
          </ac:spMkLst>
        </pc:spChg>
        <pc:picChg chg="add mod">
          <ac:chgData name="Yunlong Jia" userId="6b7af21b-5f2a-4116-95e0-5cdc728d2113" providerId="ADAL" clId="{48473C89-E92C-AD4D-BEEA-53540AC9F38F}" dt="2024-09-27T11:53:42.959" v="852" actId="1036"/>
          <ac:picMkLst>
            <pc:docMk/>
            <pc:sldMk cId="1941992160" sldId="447"/>
            <ac:picMk id="2" creationId="{EF70AFC2-147A-00D6-66ED-21632521DCF7}"/>
          </ac:picMkLst>
        </pc:picChg>
        <pc:picChg chg="add mod">
          <ac:chgData name="Yunlong Jia" userId="6b7af21b-5f2a-4116-95e0-5cdc728d2113" providerId="ADAL" clId="{48473C89-E92C-AD4D-BEEA-53540AC9F38F}" dt="2024-09-27T11:53:42.959" v="852" actId="1036"/>
          <ac:picMkLst>
            <pc:docMk/>
            <pc:sldMk cId="1941992160" sldId="447"/>
            <ac:picMk id="5" creationId="{4BC5B999-0DC3-8BA7-F7D1-A157DFACFF01}"/>
          </ac:picMkLst>
        </pc:picChg>
        <pc:picChg chg="add mod">
          <ac:chgData name="Yunlong Jia" userId="6b7af21b-5f2a-4116-95e0-5cdc728d2113" providerId="ADAL" clId="{48473C89-E92C-AD4D-BEEA-53540AC9F38F}" dt="2024-09-27T11:53:42.959" v="852" actId="1036"/>
          <ac:picMkLst>
            <pc:docMk/>
            <pc:sldMk cId="1941992160" sldId="447"/>
            <ac:picMk id="7" creationId="{BF570FFD-807E-D70E-5627-8BC2FD913BFA}"/>
          </ac:picMkLst>
        </pc:picChg>
      </pc:sldChg>
      <pc:sldChg chg="addSp modSp new mod modNotesTx">
        <pc:chgData name="Yunlong Jia" userId="6b7af21b-5f2a-4116-95e0-5cdc728d2113" providerId="ADAL" clId="{48473C89-E92C-AD4D-BEEA-53540AC9F38F}" dt="2024-09-27T13:42:18.046" v="955" actId="1037"/>
        <pc:sldMkLst>
          <pc:docMk/>
          <pc:sldMk cId="7422339" sldId="448"/>
        </pc:sldMkLst>
        <pc:spChg chg="add mod">
          <ac:chgData name="Yunlong Jia" userId="6b7af21b-5f2a-4116-95e0-5cdc728d2113" providerId="ADAL" clId="{48473C89-E92C-AD4D-BEEA-53540AC9F38F}" dt="2024-09-27T12:17:36.771" v="877" actId="20577"/>
          <ac:spMkLst>
            <pc:docMk/>
            <pc:sldMk cId="7422339" sldId="448"/>
            <ac:spMk id="3" creationId="{CAD7B141-D642-02E2-BE42-21F1B13DDE73}"/>
          </ac:spMkLst>
        </pc:spChg>
        <pc:spChg chg="add mod">
          <ac:chgData name="Yunlong Jia" userId="6b7af21b-5f2a-4116-95e0-5cdc728d2113" providerId="ADAL" clId="{48473C89-E92C-AD4D-BEEA-53540AC9F38F}" dt="2024-09-27T13:11:25.740" v="908" actId="1037"/>
          <ac:spMkLst>
            <pc:docMk/>
            <pc:sldMk cId="7422339" sldId="448"/>
            <ac:spMk id="5" creationId="{5F90D1E5-890A-3D30-4179-DA84D3BB8C0B}"/>
          </ac:spMkLst>
        </pc:spChg>
        <pc:spChg chg="add mod">
          <ac:chgData name="Yunlong Jia" userId="6b7af21b-5f2a-4116-95e0-5cdc728d2113" providerId="ADAL" clId="{48473C89-E92C-AD4D-BEEA-53540AC9F38F}" dt="2024-09-27T13:42:18.046" v="955" actId="1037"/>
          <ac:spMkLst>
            <pc:docMk/>
            <pc:sldMk cId="7422339" sldId="448"/>
            <ac:spMk id="7" creationId="{622D064C-1089-CCAB-EC0B-A97FA3EB3717}"/>
          </ac:spMkLst>
        </pc:spChg>
        <pc:picChg chg="add mod">
          <ac:chgData name="Yunlong Jia" userId="6b7af21b-5f2a-4116-95e0-5cdc728d2113" providerId="ADAL" clId="{48473C89-E92C-AD4D-BEEA-53540AC9F38F}" dt="2024-09-27T12:17:07.886" v="861" actId="1076"/>
          <ac:picMkLst>
            <pc:docMk/>
            <pc:sldMk cId="7422339" sldId="448"/>
            <ac:picMk id="2" creationId="{0D855832-62C2-08F1-44DE-BBB78DB4B554}"/>
          </ac:picMkLst>
        </pc:picChg>
        <pc:picChg chg="add mod">
          <ac:chgData name="Yunlong Jia" userId="6b7af21b-5f2a-4116-95e0-5cdc728d2113" providerId="ADAL" clId="{48473C89-E92C-AD4D-BEEA-53540AC9F38F}" dt="2024-09-27T13:10:58.539" v="892" actId="14100"/>
          <ac:picMkLst>
            <pc:docMk/>
            <pc:sldMk cId="7422339" sldId="448"/>
            <ac:picMk id="4" creationId="{46C6436F-3E93-BA34-7AF3-C867A9882259}"/>
          </ac:picMkLst>
        </pc:picChg>
        <pc:picChg chg="add mod">
          <ac:chgData name="Yunlong Jia" userId="6b7af21b-5f2a-4116-95e0-5cdc728d2113" providerId="ADAL" clId="{48473C89-E92C-AD4D-BEEA-53540AC9F38F}" dt="2024-09-27T13:41:55.167" v="932" actId="1038"/>
          <ac:picMkLst>
            <pc:docMk/>
            <pc:sldMk cId="7422339" sldId="448"/>
            <ac:picMk id="6" creationId="{6A8E71EF-4121-B1E8-1163-B1C5878ACABC}"/>
          </ac:picMkLst>
        </pc:picChg>
      </pc:sldChg>
      <pc:sldChg chg="addSp modSp new mod modNotesTx">
        <pc:chgData name="Yunlong Jia" userId="6b7af21b-5f2a-4116-95e0-5cdc728d2113" providerId="ADAL" clId="{48473C89-E92C-AD4D-BEEA-53540AC9F38F}" dt="2024-09-27T16:44:24.855" v="1024" actId="1076"/>
        <pc:sldMkLst>
          <pc:docMk/>
          <pc:sldMk cId="1482534766" sldId="449"/>
        </pc:sldMkLst>
        <pc:spChg chg="add mod">
          <ac:chgData name="Yunlong Jia" userId="6b7af21b-5f2a-4116-95e0-5cdc728d2113" providerId="ADAL" clId="{48473C89-E92C-AD4D-BEEA-53540AC9F38F}" dt="2024-09-27T13:59:14.047" v="997" actId="14100"/>
          <ac:spMkLst>
            <pc:docMk/>
            <pc:sldMk cId="1482534766" sldId="449"/>
            <ac:spMk id="4" creationId="{243E4BAF-71F1-E8A1-96AD-4252B58460E4}"/>
          </ac:spMkLst>
        </pc:spChg>
        <pc:spChg chg="add mod">
          <ac:chgData name="Yunlong Jia" userId="6b7af21b-5f2a-4116-95e0-5cdc728d2113" providerId="ADAL" clId="{48473C89-E92C-AD4D-BEEA-53540AC9F38F}" dt="2024-09-27T14:01:32.835" v="1021" actId="20577"/>
          <ac:spMkLst>
            <pc:docMk/>
            <pc:sldMk cId="1482534766" sldId="449"/>
            <ac:spMk id="6" creationId="{2997A7F1-A7A6-BF65-0A5D-868AB9916EA4}"/>
          </ac:spMkLst>
        </pc:spChg>
        <pc:picChg chg="add mod">
          <ac:chgData name="Yunlong Jia" userId="6b7af21b-5f2a-4116-95e0-5cdc728d2113" providerId="ADAL" clId="{48473C89-E92C-AD4D-BEEA-53540AC9F38F}" dt="2024-09-27T14:01:13.585" v="1002" actId="1076"/>
          <ac:picMkLst>
            <pc:docMk/>
            <pc:sldMk cId="1482534766" sldId="449"/>
            <ac:picMk id="2" creationId="{0D62E485-12A6-853B-6310-3EA641BC7978}"/>
          </ac:picMkLst>
        </pc:picChg>
        <pc:picChg chg="add mod">
          <ac:chgData name="Yunlong Jia" userId="6b7af21b-5f2a-4116-95e0-5cdc728d2113" providerId="ADAL" clId="{48473C89-E92C-AD4D-BEEA-53540AC9F38F}" dt="2024-09-27T16:44:24.855" v="1024" actId="1076"/>
          <ac:picMkLst>
            <pc:docMk/>
            <pc:sldMk cId="1482534766" sldId="449"/>
            <ac:picMk id="5" creationId="{4131A15E-7F44-D508-D38B-05A6DEB2866B}"/>
          </ac:picMkLst>
        </pc:picChg>
      </pc:sldChg>
      <pc:sldChg chg="addSp delSp modSp new mod modNotesTx">
        <pc:chgData name="Yunlong Jia" userId="6b7af21b-5f2a-4116-95e0-5cdc728d2113" providerId="ADAL" clId="{48473C89-E92C-AD4D-BEEA-53540AC9F38F}" dt="2024-09-29T04:54:19.511" v="1112" actId="207"/>
        <pc:sldMkLst>
          <pc:docMk/>
          <pc:sldMk cId="1517398569" sldId="450"/>
        </pc:sldMkLst>
        <pc:spChg chg="add mod">
          <ac:chgData name="Yunlong Jia" userId="6b7af21b-5f2a-4116-95e0-5cdc728d2113" providerId="ADAL" clId="{48473C89-E92C-AD4D-BEEA-53540AC9F38F}" dt="2024-09-28T04:15:55.654" v="1063" actId="14100"/>
          <ac:spMkLst>
            <pc:docMk/>
            <pc:sldMk cId="1517398569" sldId="450"/>
            <ac:spMk id="5" creationId="{2AD19084-655F-C3C1-A3D9-603A34742017}"/>
          </ac:spMkLst>
        </pc:spChg>
        <pc:spChg chg="add mod">
          <ac:chgData name="Yunlong Jia" userId="6b7af21b-5f2a-4116-95e0-5cdc728d2113" providerId="ADAL" clId="{48473C89-E92C-AD4D-BEEA-53540AC9F38F}" dt="2024-09-28T04:16:04.241" v="1066" actId="14100"/>
          <ac:spMkLst>
            <pc:docMk/>
            <pc:sldMk cId="1517398569" sldId="450"/>
            <ac:spMk id="7" creationId="{1AF07CF0-DC9B-1029-FDAF-1A828398A3C7}"/>
          </ac:spMkLst>
        </pc:spChg>
        <pc:spChg chg="add del mod">
          <ac:chgData name="Yunlong Jia" userId="6b7af21b-5f2a-4116-95e0-5cdc728d2113" providerId="ADAL" clId="{48473C89-E92C-AD4D-BEEA-53540AC9F38F}" dt="2024-09-28T04:16:43.158" v="1074" actId="478"/>
          <ac:spMkLst>
            <pc:docMk/>
            <pc:sldMk cId="1517398569" sldId="450"/>
            <ac:spMk id="9" creationId="{1EAF6D7E-B523-A655-A6E0-79B57C4FEF54}"/>
          </ac:spMkLst>
        </pc:spChg>
        <pc:spChg chg="add mod">
          <ac:chgData name="Yunlong Jia" userId="6b7af21b-5f2a-4116-95e0-5cdc728d2113" providerId="ADAL" clId="{48473C89-E92C-AD4D-BEEA-53540AC9F38F}" dt="2024-09-29T04:53:42.259" v="1082" actId="1076"/>
          <ac:spMkLst>
            <pc:docMk/>
            <pc:sldMk cId="1517398569" sldId="450"/>
            <ac:spMk id="11" creationId="{C2D24144-A170-0BB9-4274-0FB8C6BD1581}"/>
          </ac:spMkLst>
        </pc:spChg>
        <pc:spChg chg="add mod">
          <ac:chgData name="Yunlong Jia" userId="6b7af21b-5f2a-4116-95e0-5cdc728d2113" providerId="ADAL" clId="{48473C89-E92C-AD4D-BEEA-53540AC9F38F}" dt="2024-09-29T04:54:19.511" v="1112" actId="207"/>
          <ac:spMkLst>
            <pc:docMk/>
            <pc:sldMk cId="1517398569" sldId="450"/>
            <ac:spMk id="13" creationId="{74D3C09F-ACB8-990A-15A2-691D67442A7F}"/>
          </ac:spMkLst>
        </pc:spChg>
        <pc:picChg chg="add mod">
          <ac:chgData name="Yunlong Jia" userId="6b7af21b-5f2a-4116-95e0-5cdc728d2113" providerId="ADAL" clId="{48473C89-E92C-AD4D-BEEA-53540AC9F38F}" dt="2024-09-29T04:53:48.297" v="1085" actId="1076"/>
          <ac:picMkLst>
            <pc:docMk/>
            <pc:sldMk cId="1517398569" sldId="450"/>
            <ac:picMk id="3" creationId="{6C91598B-AC7B-910C-9846-239110B41F39}"/>
          </ac:picMkLst>
        </pc:picChg>
      </pc:sldChg>
    </pc:docChg>
  </pc:docChgLst>
  <pc:docChgLst>
    <pc:chgData name="Yunlong Jia" userId="6b7af21b-5f2a-4116-95e0-5cdc728d2113" providerId="ADAL" clId="{20112431-383A-DB42-8AD0-0A5B48155A28}"/>
    <pc:docChg chg="undo custSel addSld delSld modSld sldOrd addSection delSection modSection">
      <pc:chgData name="Yunlong Jia" userId="6b7af21b-5f2a-4116-95e0-5cdc728d2113" providerId="ADAL" clId="{20112431-383A-DB42-8AD0-0A5B48155A28}" dt="2024-08-16T06:23:57.939" v="2751" actId="1440"/>
      <pc:docMkLst>
        <pc:docMk/>
      </pc:docMkLst>
      <pc:sldChg chg="del">
        <pc:chgData name="Yunlong Jia" userId="6b7af21b-5f2a-4116-95e0-5cdc728d2113" providerId="ADAL" clId="{20112431-383A-DB42-8AD0-0A5B48155A28}" dt="2024-08-10T16:33:01.747" v="1" actId="2696"/>
        <pc:sldMkLst>
          <pc:docMk/>
          <pc:sldMk cId="4221301317" sldId="257"/>
        </pc:sldMkLst>
      </pc:sldChg>
      <pc:sldChg chg="del">
        <pc:chgData name="Yunlong Jia" userId="6b7af21b-5f2a-4116-95e0-5cdc728d2113" providerId="ADAL" clId="{20112431-383A-DB42-8AD0-0A5B48155A28}" dt="2024-08-10T16:33:02.507" v="2" actId="2696"/>
        <pc:sldMkLst>
          <pc:docMk/>
          <pc:sldMk cId="3536527528" sldId="258"/>
        </pc:sldMkLst>
      </pc:sldChg>
      <pc:sldChg chg="del">
        <pc:chgData name="Yunlong Jia" userId="6b7af21b-5f2a-4116-95e0-5cdc728d2113" providerId="ADAL" clId="{20112431-383A-DB42-8AD0-0A5B48155A28}" dt="2024-08-12T17:18:39.414" v="80" actId="2696"/>
        <pc:sldMkLst>
          <pc:docMk/>
          <pc:sldMk cId="4151353335" sldId="264"/>
        </pc:sldMkLst>
      </pc:sldChg>
      <pc:sldChg chg="del">
        <pc:chgData name="Yunlong Jia" userId="6b7af21b-5f2a-4116-95e0-5cdc728d2113" providerId="ADAL" clId="{20112431-383A-DB42-8AD0-0A5B48155A28}" dt="2024-08-12T17:18:39.414" v="80" actId="2696"/>
        <pc:sldMkLst>
          <pc:docMk/>
          <pc:sldMk cId="984055076" sldId="266"/>
        </pc:sldMkLst>
      </pc:sldChg>
      <pc:sldChg chg="del">
        <pc:chgData name="Yunlong Jia" userId="6b7af21b-5f2a-4116-95e0-5cdc728d2113" providerId="ADAL" clId="{20112431-383A-DB42-8AD0-0A5B48155A28}" dt="2024-08-12T17:18:39.414" v="80" actId="2696"/>
        <pc:sldMkLst>
          <pc:docMk/>
          <pc:sldMk cId="28835499" sldId="267"/>
        </pc:sldMkLst>
      </pc:sldChg>
      <pc:sldChg chg="del">
        <pc:chgData name="Yunlong Jia" userId="6b7af21b-5f2a-4116-95e0-5cdc728d2113" providerId="ADAL" clId="{20112431-383A-DB42-8AD0-0A5B48155A28}" dt="2024-08-10T16:36:41.752" v="57" actId="2696"/>
        <pc:sldMkLst>
          <pc:docMk/>
          <pc:sldMk cId="309219446" sldId="386"/>
        </pc:sldMkLst>
      </pc:sldChg>
      <pc:sldChg chg="del">
        <pc:chgData name="Yunlong Jia" userId="6b7af21b-5f2a-4116-95e0-5cdc728d2113" providerId="ADAL" clId="{20112431-383A-DB42-8AD0-0A5B48155A28}" dt="2024-08-10T16:36:41.583" v="56" actId="2696"/>
        <pc:sldMkLst>
          <pc:docMk/>
          <pc:sldMk cId="1371235483" sldId="387"/>
        </pc:sldMkLst>
      </pc:sldChg>
      <pc:sldChg chg="del">
        <pc:chgData name="Yunlong Jia" userId="6b7af21b-5f2a-4116-95e0-5cdc728d2113" providerId="ADAL" clId="{20112431-383A-DB42-8AD0-0A5B48155A28}" dt="2024-08-10T16:33:00.797" v="0" actId="2696"/>
        <pc:sldMkLst>
          <pc:docMk/>
          <pc:sldMk cId="550796796" sldId="388"/>
        </pc:sldMkLst>
      </pc:sldChg>
      <pc:sldChg chg="del">
        <pc:chgData name="Yunlong Jia" userId="6b7af21b-5f2a-4116-95e0-5cdc728d2113" providerId="ADAL" clId="{20112431-383A-DB42-8AD0-0A5B48155A28}" dt="2024-08-13T15:17:49.139" v="261" actId="2696"/>
        <pc:sldMkLst>
          <pc:docMk/>
          <pc:sldMk cId="2041960949" sldId="389"/>
        </pc:sldMkLst>
      </pc:sldChg>
      <pc:sldChg chg="del">
        <pc:chgData name="Yunlong Jia" userId="6b7af21b-5f2a-4116-95e0-5cdc728d2113" providerId="ADAL" clId="{20112431-383A-DB42-8AD0-0A5B48155A28}" dt="2024-08-12T17:18:39.414" v="80" actId="2696"/>
        <pc:sldMkLst>
          <pc:docMk/>
          <pc:sldMk cId="3084352605" sldId="390"/>
        </pc:sldMkLst>
      </pc:sldChg>
      <pc:sldChg chg="del">
        <pc:chgData name="Yunlong Jia" userId="6b7af21b-5f2a-4116-95e0-5cdc728d2113" providerId="ADAL" clId="{20112431-383A-DB42-8AD0-0A5B48155A28}" dt="2024-08-10T16:35:44.964" v="44" actId="2696"/>
        <pc:sldMkLst>
          <pc:docMk/>
          <pc:sldMk cId="2327760528" sldId="392"/>
        </pc:sldMkLst>
      </pc:sldChg>
      <pc:sldChg chg="del">
        <pc:chgData name="Yunlong Jia" userId="6b7af21b-5f2a-4116-95e0-5cdc728d2113" providerId="ADAL" clId="{20112431-383A-DB42-8AD0-0A5B48155A28}" dt="2024-08-10T16:35:46.376" v="45" actId="2696"/>
        <pc:sldMkLst>
          <pc:docMk/>
          <pc:sldMk cId="1952071333" sldId="399"/>
        </pc:sldMkLst>
      </pc:sldChg>
      <pc:sldChg chg="add del modNotesTx">
        <pc:chgData name="Yunlong Jia" userId="6b7af21b-5f2a-4116-95e0-5cdc728d2113" providerId="ADAL" clId="{20112431-383A-DB42-8AD0-0A5B48155A28}" dt="2024-08-13T15:17:48.377" v="260" actId="2696"/>
        <pc:sldMkLst>
          <pc:docMk/>
          <pc:sldMk cId="1320725372" sldId="401"/>
        </pc:sldMkLst>
      </pc:sldChg>
      <pc:sldChg chg="del">
        <pc:chgData name="Yunlong Jia" userId="6b7af21b-5f2a-4116-95e0-5cdc728d2113" providerId="ADAL" clId="{20112431-383A-DB42-8AD0-0A5B48155A28}" dt="2024-08-13T15:17:50.084" v="262" actId="2696"/>
        <pc:sldMkLst>
          <pc:docMk/>
          <pc:sldMk cId="3912364537" sldId="402"/>
        </pc:sldMkLst>
      </pc:sldChg>
      <pc:sldChg chg="del">
        <pc:chgData name="Yunlong Jia" userId="6b7af21b-5f2a-4116-95e0-5cdc728d2113" providerId="ADAL" clId="{20112431-383A-DB42-8AD0-0A5B48155A28}" dt="2024-08-10T16:33:25.168" v="4" actId="2696"/>
        <pc:sldMkLst>
          <pc:docMk/>
          <pc:sldMk cId="1224500776" sldId="404"/>
        </pc:sldMkLst>
      </pc:sldChg>
      <pc:sldChg chg="modSp del mod">
        <pc:chgData name="Yunlong Jia" userId="6b7af21b-5f2a-4116-95e0-5cdc728d2113" providerId="ADAL" clId="{20112431-383A-DB42-8AD0-0A5B48155A28}" dt="2024-08-13T15:17:51.199" v="263" actId="2696"/>
        <pc:sldMkLst>
          <pc:docMk/>
          <pc:sldMk cId="3792509174" sldId="405"/>
        </pc:sldMkLst>
        <pc:picChg chg="mod">
          <ac:chgData name="Yunlong Jia" userId="6b7af21b-5f2a-4116-95e0-5cdc728d2113" providerId="ADAL" clId="{20112431-383A-DB42-8AD0-0A5B48155A28}" dt="2024-08-12T16:53:16.666" v="68" actId="1582"/>
          <ac:picMkLst>
            <pc:docMk/>
            <pc:sldMk cId="3792509174" sldId="405"/>
            <ac:picMk id="3" creationId="{D8440539-F2AE-1A75-C6D7-01D076C0A678}"/>
          </ac:picMkLst>
        </pc:picChg>
      </pc:sldChg>
      <pc:sldChg chg="del">
        <pc:chgData name="Yunlong Jia" userId="6b7af21b-5f2a-4116-95e0-5cdc728d2113" providerId="ADAL" clId="{20112431-383A-DB42-8AD0-0A5B48155A28}" dt="2024-08-10T16:36:42.124" v="59" actId="2696"/>
        <pc:sldMkLst>
          <pc:docMk/>
          <pc:sldMk cId="1972859230" sldId="406"/>
        </pc:sldMkLst>
      </pc:sldChg>
      <pc:sldChg chg="del">
        <pc:chgData name="Yunlong Jia" userId="6b7af21b-5f2a-4116-95e0-5cdc728d2113" providerId="ADAL" clId="{20112431-383A-DB42-8AD0-0A5B48155A28}" dt="2024-08-10T16:36:39.218" v="46" actId="2696"/>
        <pc:sldMkLst>
          <pc:docMk/>
          <pc:sldMk cId="2038158574" sldId="407"/>
        </pc:sldMkLst>
      </pc:sldChg>
      <pc:sldChg chg="del">
        <pc:chgData name="Yunlong Jia" userId="6b7af21b-5f2a-4116-95e0-5cdc728d2113" providerId="ADAL" clId="{20112431-383A-DB42-8AD0-0A5B48155A28}" dt="2024-08-10T16:36:39.741" v="47" actId="2696"/>
        <pc:sldMkLst>
          <pc:docMk/>
          <pc:sldMk cId="2392200270" sldId="408"/>
        </pc:sldMkLst>
      </pc:sldChg>
      <pc:sldChg chg="del">
        <pc:chgData name="Yunlong Jia" userId="6b7af21b-5f2a-4116-95e0-5cdc728d2113" providerId="ADAL" clId="{20112431-383A-DB42-8AD0-0A5B48155A28}" dt="2024-08-10T16:36:40" v="48" actId="2696"/>
        <pc:sldMkLst>
          <pc:docMk/>
          <pc:sldMk cId="467774227" sldId="409"/>
        </pc:sldMkLst>
      </pc:sldChg>
      <pc:sldChg chg="addSp delSp modSp add del mod modNotesTx">
        <pc:chgData name="Yunlong Jia" userId="6b7af21b-5f2a-4116-95e0-5cdc728d2113" providerId="ADAL" clId="{20112431-383A-DB42-8AD0-0A5B48155A28}" dt="2024-08-15T00:19:44.334" v="1744" actId="164"/>
        <pc:sldMkLst>
          <pc:docMk/>
          <pc:sldMk cId="262320550" sldId="410"/>
        </pc:sldMkLst>
        <pc:spChg chg="mod">
          <ac:chgData name="Yunlong Jia" userId="6b7af21b-5f2a-4116-95e0-5cdc728d2113" providerId="ADAL" clId="{20112431-383A-DB42-8AD0-0A5B48155A28}" dt="2024-08-14T23:25:16.409" v="1398" actId="1036"/>
          <ac:spMkLst>
            <pc:docMk/>
            <pc:sldMk cId="262320550" sldId="410"/>
            <ac:spMk id="3" creationId="{F570E721-2A7F-FE3A-0091-14A133BECCF8}"/>
          </ac:spMkLst>
        </pc:spChg>
        <pc:spChg chg="mod">
          <ac:chgData name="Yunlong Jia" userId="6b7af21b-5f2a-4116-95e0-5cdc728d2113" providerId="ADAL" clId="{20112431-383A-DB42-8AD0-0A5B48155A28}" dt="2024-08-14T23:25:08.493" v="1390"/>
          <ac:spMkLst>
            <pc:docMk/>
            <pc:sldMk cId="262320550" sldId="410"/>
            <ac:spMk id="6" creationId="{EFBCD299-C8FB-8712-B837-3CA903BA9759}"/>
          </ac:spMkLst>
        </pc:spChg>
        <pc:spChg chg="mod">
          <ac:chgData name="Yunlong Jia" userId="6b7af21b-5f2a-4116-95e0-5cdc728d2113" providerId="ADAL" clId="{20112431-383A-DB42-8AD0-0A5B48155A28}" dt="2024-08-14T23:25:08.493" v="1390"/>
          <ac:spMkLst>
            <pc:docMk/>
            <pc:sldMk cId="262320550" sldId="410"/>
            <ac:spMk id="13" creationId="{DB855D4B-496F-75F0-B721-3A854356C946}"/>
          </ac:spMkLst>
        </pc:spChg>
        <pc:spChg chg="mod">
          <ac:chgData name="Yunlong Jia" userId="6b7af21b-5f2a-4116-95e0-5cdc728d2113" providerId="ADAL" clId="{20112431-383A-DB42-8AD0-0A5B48155A28}" dt="2024-08-14T23:52:01.390" v="1683" actId="1076"/>
          <ac:spMkLst>
            <pc:docMk/>
            <pc:sldMk cId="262320550" sldId="410"/>
            <ac:spMk id="18" creationId="{7225A95E-1EF2-878A-6CC8-34B030E97B9B}"/>
          </ac:spMkLst>
        </pc:spChg>
        <pc:spChg chg="del mod">
          <ac:chgData name="Yunlong Jia" userId="6b7af21b-5f2a-4116-95e0-5cdc728d2113" providerId="ADAL" clId="{20112431-383A-DB42-8AD0-0A5B48155A28}" dt="2024-08-14T23:27:21.752" v="1400" actId="478"/>
          <ac:spMkLst>
            <pc:docMk/>
            <pc:sldMk cId="262320550" sldId="410"/>
            <ac:spMk id="20" creationId="{F733EC1E-8741-B5F6-18D4-E49FB15FF154}"/>
          </ac:spMkLst>
        </pc:spChg>
        <pc:spChg chg="add mod">
          <ac:chgData name="Yunlong Jia" userId="6b7af21b-5f2a-4116-95e0-5cdc728d2113" providerId="ADAL" clId="{20112431-383A-DB42-8AD0-0A5B48155A28}" dt="2024-08-15T00:19:44.334" v="1744" actId="164"/>
          <ac:spMkLst>
            <pc:docMk/>
            <pc:sldMk cId="262320550" sldId="410"/>
            <ac:spMk id="24" creationId="{4CC6D4D4-1139-1B74-3897-5E37597EEB12}"/>
          </ac:spMkLst>
        </pc:spChg>
        <pc:spChg chg="add mod">
          <ac:chgData name="Yunlong Jia" userId="6b7af21b-5f2a-4116-95e0-5cdc728d2113" providerId="ADAL" clId="{20112431-383A-DB42-8AD0-0A5B48155A28}" dt="2024-08-15T00:19:44.334" v="1744" actId="164"/>
          <ac:spMkLst>
            <pc:docMk/>
            <pc:sldMk cId="262320550" sldId="410"/>
            <ac:spMk id="26" creationId="{7695199F-C9F3-5F8F-BE55-F64525CA8D42}"/>
          </ac:spMkLst>
        </pc:spChg>
        <pc:spChg chg="add mod">
          <ac:chgData name="Yunlong Jia" userId="6b7af21b-5f2a-4116-95e0-5cdc728d2113" providerId="ADAL" clId="{20112431-383A-DB42-8AD0-0A5B48155A28}" dt="2024-08-14T23:43:33.216" v="1506" actId="1582"/>
          <ac:spMkLst>
            <pc:docMk/>
            <pc:sldMk cId="262320550" sldId="410"/>
            <ac:spMk id="28" creationId="{0A86A660-7082-CACA-FA10-64E27968C913}"/>
          </ac:spMkLst>
        </pc:spChg>
        <pc:spChg chg="add mod">
          <ac:chgData name="Yunlong Jia" userId="6b7af21b-5f2a-4116-95e0-5cdc728d2113" providerId="ADAL" clId="{20112431-383A-DB42-8AD0-0A5B48155A28}" dt="2024-08-14T23:43:39.846" v="1508" actId="1076"/>
          <ac:spMkLst>
            <pc:docMk/>
            <pc:sldMk cId="262320550" sldId="410"/>
            <ac:spMk id="29" creationId="{63900B95-5D7A-00C0-C50D-D8144D66ED88}"/>
          </ac:spMkLst>
        </pc:spChg>
        <pc:spChg chg="add mod">
          <ac:chgData name="Yunlong Jia" userId="6b7af21b-5f2a-4116-95e0-5cdc728d2113" providerId="ADAL" clId="{20112431-383A-DB42-8AD0-0A5B48155A28}" dt="2024-08-14T23:43:47.085" v="1536" actId="1038"/>
          <ac:spMkLst>
            <pc:docMk/>
            <pc:sldMk cId="262320550" sldId="410"/>
            <ac:spMk id="30" creationId="{5FDE6F20-2471-C89E-B632-38369C11BE55}"/>
          </ac:spMkLst>
        </pc:spChg>
        <pc:spChg chg="add mod">
          <ac:chgData name="Yunlong Jia" userId="6b7af21b-5f2a-4116-95e0-5cdc728d2113" providerId="ADAL" clId="{20112431-383A-DB42-8AD0-0A5B48155A28}" dt="2024-08-15T00:19:44.334" v="1744" actId="164"/>
          <ac:spMkLst>
            <pc:docMk/>
            <pc:sldMk cId="262320550" sldId="410"/>
            <ac:spMk id="31" creationId="{218CF131-DCF5-9B9D-EDC7-3CFF2B938F4E}"/>
          </ac:spMkLst>
        </pc:spChg>
        <pc:spChg chg="add mod">
          <ac:chgData name="Yunlong Jia" userId="6b7af21b-5f2a-4116-95e0-5cdc728d2113" providerId="ADAL" clId="{20112431-383A-DB42-8AD0-0A5B48155A28}" dt="2024-08-14T23:51:46.098" v="1679" actId="208"/>
          <ac:spMkLst>
            <pc:docMk/>
            <pc:sldMk cId="262320550" sldId="410"/>
            <ac:spMk id="32" creationId="{182F329B-FC55-6BE9-AA12-59073FFEDF32}"/>
          </ac:spMkLst>
        </pc:spChg>
        <pc:spChg chg="add mod">
          <ac:chgData name="Yunlong Jia" userId="6b7af21b-5f2a-4116-95e0-5cdc728d2113" providerId="ADAL" clId="{20112431-383A-DB42-8AD0-0A5B48155A28}" dt="2024-08-14T23:51:49.145" v="1680" actId="208"/>
          <ac:spMkLst>
            <pc:docMk/>
            <pc:sldMk cId="262320550" sldId="410"/>
            <ac:spMk id="33" creationId="{CBC2BAC0-775F-0254-ED3C-7922087CC4EE}"/>
          </ac:spMkLst>
        </pc:spChg>
        <pc:spChg chg="add del mod">
          <ac:chgData name="Yunlong Jia" userId="6b7af21b-5f2a-4116-95e0-5cdc728d2113" providerId="ADAL" clId="{20112431-383A-DB42-8AD0-0A5B48155A28}" dt="2024-08-14T23:48:04.318" v="1567"/>
          <ac:spMkLst>
            <pc:docMk/>
            <pc:sldMk cId="262320550" sldId="410"/>
            <ac:spMk id="34" creationId="{99EF2604-457B-D57A-5CE6-DF24CE15494A}"/>
          </ac:spMkLst>
        </pc:spChg>
        <pc:spChg chg="add mod">
          <ac:chgData name="Yunlong Jia" userId="6b7af21b-5f2a-4116-95e0-5cdc728d2113" providerId="ADAL" clId="{20112431-383A-DB42-8AD0-0A5B48155A28}" dt="2024-08-14T23:51:52.378" v="1681" actId="208"/>
          <ac:spMkLst>
            <pc:docMk/>
            <pc:sldMk cId="262320550" sldId="410"/>
            <ac:spMk id="35" creationId="{8B5C381B-7B0E-119A-B1EC-54FB764164E6}"/>
          </ac:spMkLst>
        </pc:spChg>
        <pc:spChg chg="add del mod">
          <ac:chgData name="Yunlong Jia" userId="6b7af21b-5f2a-4116-95e0-5cdc728d2113" providerId="ADAL" clId="{20112431-383A-DB42-8AD0-0A5B48155A28}" dt="2024-08-14T23:48:04.267" v="1565"/>
          <ac:spMkLst>
            <pc:docMk/>
            <pc:sldMk cId="262320550" sldId="410"/>
            <ac:spMk id="36" creationId="{89410F10-AA2C-E8AD-A0CD-C5D5AFC45B69}"/>
          </ac:spMkLst>
        </pc:spChg>
        <pc:spChg chg="add mod">
          <ac:chgData name="Yunlong Jia" userId="6b7af21b-5f2a-4116-95e0-5cdc728d2113" providerId="ADAL" clId="{20112431-383A-DB42-8AD0-0A5B48155A28}" dt="2024-08-14T23:51:46.098" v="1679" actId="208"/>
          <ac:spMkLst>
            <pc:docMk/>
            <pc:sldMk cId="262320550" sldId="410"/>
            <ac:spMk id="37" creationId="{A8F43611-A490-C701-E570-99488B0CAD03}"/>
          </ac:spMkLst>
        </pc:spChg>
        <pc:spChg chg="add del mod">
          <ac:chgData name="Yunlong Jia" userId="6b7af21b-5f2a-4116-95e0-5cdc728d2113" providerId="ADAL" clId="{20112431-383A-DB42-8AD0-0A5B48155A28}" dt="2024-08-14T23:48:02.101" v="1563"/>
          <ac:spMkLst>
            <pc:docMk/>
            <pc:sldMk cId="262320550" sldId="410"/>
            <ac:spMk id="38" creationId="{40B702C6-F042-9463-96D8-B893A5AB5A55}"/>
          </ac:spMkLst>
        </pc:spChg>
        <pc:spChg chg="add mod">
          <ac:chgData name="Yunlong Jia" userId="6b7af21b-5f2a-4116-95e0-5cdc728d2113" providerId="ADAL" clId="{20112431-383A-DB42-8AD0-0A5B48155A28}" dt="2024-08-15T00:19:44.334" v="1744" actId="164"/>
          <ac:spMkLst>
            <pc:docMk/>
            <pc:sldMk cId="262320550" sldId="410"/>
            <ac:spMk id="39" creationId="{4D011B4D-6D74-4F35-8F55-6F57D28A6205}"/>
          </ac:spMkLst>
        </pc:spChg>
        <pc:grpChg chg="add mod">
          <ac:chgData name="Yunlong Jia" userId="6b7af21b-5f2a-4116-95e0-5cdc728d2113" providerId="ADAL" clId="{20112431-383A-DB42-8AD0-0A5B48155A28}" dt="2024-08-15T00:19:44.334" v="1744" actId="164"/>
          <ac:grpSpMkLst>
            <pc:docMk/>
            <pc:sldMk cId="262320550" sldId="410"/>
            <ac:grpSpMk id="2" creationId="{BD9421C5-604F-481E-F9D4-DC40B68496D6}"/>
          </ac:grpSpMkLst>
        </pc:grpChg>
        <pc:grpChg chg="del mod">
          <ac:chgData name="Yunlong Jia" userId="6b7af21b-5f2a-4116-95e0-5cdc728d2113" providerId="ADAL" clId="{20112431-383A-DB42-8AD0-0A5B48155A28}" dt="2024-08-14T23:27:21.752" v="1400" actId="478"/>
          <ac:grpSpMkLst>
            <pc:docMk/>
            <pc:sldMk cId="262320550" sldId="410"/>
            <ac:grpSpMk id="4" creationId="{12E7DC22-16AA-9842-D84C-E460BBFEA015}"/>
          </ac:grpSpMkLst>
        </pc:grpChg>
        <pc:grpChg chg="del">
          <ac:chgData name="Yunlong Jia" userId="6b7af21b-5f2a-4116-95e0-5cdc728d2113" providerId="ADAL" clId="{20112431-383A-DB42-8AD0-0A5B48155A28}" dt="2024-08-14T23:24:59.401" v="1389" actId="478"/>
          <ac:grpSpMkLst>
            <pc:docMk/>
            <pc:sldMk cId="262320550" sldId="410"/>
            <ac:grpSpMk id="15" creationId="{3CCECCB8-8663-B38D-9927-37236DD023AE}"/>
          </ac:grpSpMkLst>
        </pc:grpChg>
        <pc:grpChg chg="del">
          <ac:chgData name="Yunlong Jia" userId="6b7af21b-5f2a-4116-95e0-5cdc728d2113" providerId="ADAL" clId="{20112431-383A-DB42-8AD0-0A5B48155A28}" dt="2024-08-14T23:25:10.422" v="1391" actId="478"/>
          <ac:grpSpMkLst>
            <pc:docMk/>
            <pc:sldMk cId="262320550" sldId="410"/>
            <ac:grpSpMk id="16" creationId="{2A96D29A-87D9-5F9B-6D62-129ED7B0E842}"/>
          </ac:grpSpMkLst>
        </pc:grpChg>
        <pc:grpChg chg="add mod">
          <ac:chgData name="Yunlong Jia" userId="6b7af21b-5f2a-4116-95e0-5cdc728d2113" providerId="ADAL" clId="{20112431-383A-DB42-8AD0-0A5B48155A28}" dt="2024-08-15T00:19:44.334" v="1744" actId="164"/>
          <ac:grpSpMkLst>
            <pc:docMk/>
            <pc:sldMk cId="262320550" sldId="410"/>
            <ac:grpSpMk id="40" creationId="{59C3F50F-3830-EBC6-7CC5-43209D5735EB}"/>
          </ac:grpSpMkLst>
        </pc:grpChg>
        <pc:picChg chg="del">
          <ac:chgData name="Yunlong Jia" userId="6b7af21b-5f2a-4116-95e0-5cdc728d2113" providerId="ADAL" clId="{20112431-383A-DB42-8AD0-0A5B48155A28}" dt="2024-08-14T23:25:22.610" v="1399" actId="478"/>
          <ac:picMkLst>
            <pc:docMk/>
            <pc:sldMk cId="262320550" sldId="410"/>
            <ac:picMk id="17" creationId="{02D00613-BC4E-91CF-EDE1-25173D66C04F}"/>
          </ac:picMkLst>
        </pc:picChg>
        <pc:picChg chg="mod">
          <ac:chgData name="Yunlong Jia" userId="6b7af21b-5f2a-4116-95e0-5cdc728d2113" providerId="ADAL" clId="{20112431-383A-DB42-8AD0-0A5B48155A28}" dt="2024-08-14T23:25:08.493" v="1390"/>
          <ac:picMkLst>
            <pc:docMk/>
            <pc:sldMk cId="262320550" sldId="410"/>
            <ac:picMk id="19" creationId="{56666DCB-0FDB-B4CB-CEBD-7071F3B0733B}"/>
          </ac:picMkLst>
        </pc:picChg>
        <pc:picChg chg="add mod">
          <ac:chgData name="Yunlong Jia" userId="6b7af21b-5f2a-4116-95e0-5cdc728d2113" providerId="ADAL" clId="{20112431-383A-DB42-8AD0-0A5B48155A28}" dt="2024-08-14T23:36:17.846" v="1442" actId="1038"/>
          <ac:picMkLst>
            <pc:docMk/>
            <pc:sldMk cId="262320550" sldId="410"/>
            <ac:picMk id="21" creationId="{1E82B185-E083-E092-4823-8B063727566E}"/>
          </ac:picMkLst>
        </pc:picChg>
        <pc:picChg chg="add mod">
          <ac:chgData name="Yunlong Jia" userId="6b7af21b-5f2a-4116-95e0-5cdc728d2113" providerId="ADAL" clId="{20112431-383A-DB42-8AD0-0A5B48155A28}" dt="2024-08-14T23:46:53.938" v="1545" actId="1035"/>
          <ac:picMkLst>
            <pc:docMk/>
            <pc:sldMk cId="262320550" sldId="410"/>
            <ac:picMk id="23" creationId="{E52285D2-763C-227D-8465-ED67F718C6E3}"/>
          </ac:picMkLst>
        </pc:picChg>
        <pc:picChg chg="add mod">
          <ac:chgData name="Yunlong Jia" userId="6b7af21b-5f2a-4116-95e0-5cdc728d2113" providerId="ADAL" clId="{20112431-383A-DB42-8AD0-0A5B48155A28}" dt="2024-08-14T23:42:28.410" v="1500" actId="14100"/>
          <ac:picMkLst>
            <pc:docMk/>
            <pc:sldMk cId="262320550" sldId="410"/>
            <ac:picMk id="27" creationId="{2500C853-A60B-3451-66F6-A55DDBF885B4}"/>
          </ac:picMkLst>
        </pc:picChg>
      </pc:sldChg>
      <pc:sldChg chg="modSp add del mod">
        <pc:chgData name="Yunlong Jia" userId="6b7af21b-5f2a-4116-95e0-5cdc728d2113" providerId="ADAL" clId="{20112431-383A-DB42-8AD0-0A5B48155A28}" dt="2024-08-15T18:12:17.245" v="2334" actId="2696"/>
        <pc:sldMkLst>
          <pc:docMk/>
          <pc:sldMk cId="1669098689" sldId="411"/>
        </pc:sldMkLst>
        <pc:spChg chg="mod">
          <ac:chgData name="Yunlong Jia" userId="6b7af21b-5f2a-4116-95e0-5cdc728d2113" providerId="ADAL" clId="{20112431-383A-DB42-8AD0-0A5B48155A28}" dt="2024-08-14T23:24:45.217" v="1388" actId="20577"/>
          <ac:spMkLst>
            <pc:docMk/>
            <pc:sldMk cId="1669098689" sldId="411"/>
            <ac:spMk id="8" creationId="{DEED3F35-2190-A7D8-0045-1C3F3442D20A}"/>
          </ac:spMkLst>
        </pc:spChg>
      </pc:sldChg>
      <pc:sldChg chg="del">
        <pc:chgData name="Yunlong Jia" userId="6b7af21b-5f2a-4116-95e0-5cdc728d2113" providerId="ADAL" clId="{20112431-383A-DB42-8AD0-0A5B48155A28}" dt="2024-08-10T16:36:40.602" v="51" actId="2696"/>
        <pc:sldMkLst>
          <pc:docMk/>
          <pc:sldMk cId="590672205" sldId="412"/>
        </pc:sldMkLst>
      </pc:sldChg>
      <pc:sldChg chg="del">
        <pc:chgData name="Yunlong Jia" userId="6b7af21b-5f2a-4116-95e0-5cdc728d2113" providerId="ADAL" clId="{20112431-383A-DB42-8AD0-0A5B48155A28}" dt="2024-08-10T16:36:40.798" v="52" actId="2696"/>
        <pc:sldMkLst>
          <pc:docMk/>
          <pc:sldMk cId="3620286195" sldId="413"/>
        </pc:sldMkLst>
      </pc:sldChg>
      <pc:sldChg chg="del">
        <pc:chgData name="Yunlong Jia" userId="6b7af21b-5f2a-4116-95e0-5cdc728d2113" providerId="ADAL" clId="{20112431-383A-DB42-8AD0-0A5B48155A28}" dt="2024-08-10T16:36:41.010" v="53" actId="2696"/>
        <pc:sldMkLst>
          <pc:docMk/>
          <pc:sldMk cId="1596286795" sldId="414"/>
        </pc:sldMkLst>
      </pc:sldChg>
      <pc:sldChg chg="del">
        <pc:chgData name="Yunlong Jia" userId="6b7af21b-5f2a-4116-95e0-5cdc728d2113" providerId="ADAL" clId="{20112431-383A-DB42-8AD0-0A5B48155A28}" dt="2024-08-10T16:36:41.185" v="54" actId="2696"/>
        <pc:sldMkLst>
          <pc:docMk/>
          <pc:sldMk cId="1872310696" sldId="415"/>
        </pc:sldMkLst>
      </pc:sldChg>
      <pc:sldChg chg="del">
        <pc:chgData name="Yunlong Jia" userId="6b7af21b-5f2a-4116-95e0-5cdc728d2113" providerId="ADAL" clId="{20112431-383A-DB42-8AD0-0A5B48155A28}" dt="2024-08-10T16:36:41.393" v="55" actId="2696"/>
        <pc:sldMkLst>
          <pc:docMk/>
          <pc:sldMk cId="1975778669" sldId="416"/>
        </pc:sldMkLst>
      </pc:sldChg>
      <pc:sldChg chg="del">
        <pc:chgData name="Yunlong Jia" userId="6b7af21b-5f2a-4116-95e0-5cdc728d2113" providerId="ADAL" clId="{20112431-383A-DB42-8AD0-0A5B48155A28}" dt="2024-08-10T16:36:41.942" v="58" actId="2696"/>
        <pc:sldMkLst>
          <pc:docMk/>
          <pc:sldMk cId="1510151430" sldId="417"/>
        </pc:sldMkLst>
      </pc:sldChg>
      <pc:sldChg chg="delSp modSp add del mod">
        <pc:chgData name="Yunlong Jia" userId="6b7af21b-5f2a-4116-95e0-5cdc728d2113" providerId="ADAL" clId="{20112431-383A-DB42-8AD0-0A5B48155A28}" dt="2024-08-12T17:18:39.414" v="80" actId="2696"/>
        <pc:sldMkLst>
          <pc:docMk/>
          <pc:sldMk cId="3542039458" sldId="419"/>
        </pc:sldMkLst>
        <pc:spChg chg="mod">
          <ac:chgData name="Yunlong Jia" userId="6b7af21b-5f2a-4116-95e0-5cdc728d2113" providerId="ADAL" clId="{20112431-383A-DB42-8AD0-0A5B48155A28}" dt="2024-08-10T16:35:27.356" v="39" actId="20577"/>
          <ac:spMkLst>
            <pc:docMk/>
            <pc:sldMk cId="3542039458" sldId="419"/>
            <ac:spMk id="3" creationId="{88D6F5A5-B34A-8550-91A6-8F52B820476A}"/>
          </ac:spMkLst>
        </pc:spChg>
        <pc:spChg chg="mod">
          <ac:chgData name="Yunlong Jia" userId="6b7af21b-5f2a-4116-95e0-5cdc728d2113" providerId="ADAL" clId="{20112431-383A-DB42-8AD0-0A5B48155A28}" dt="2024-08-10T16:35:14.858" v="32" actId="1076"/>
          <ac:spMkLst>
            <pc:docMk/>
            <pc:sldMk cId="3542039458" sldId="419"/>
            <ac:spMk id="5" creationId="{E3C957C7-3AB2-A056-6038-8705039192A0}"/>
          </ac:spMkLst>
        </pc:spChg>
        <pc:spChg chg="del mod">
          <ac:chgData name="Yunlong Jia" userId="6b7af21b-5f2a-4116-95e0-5cdc728d2113" providerId="ADAL" clId="{20112431-383A-DB42-8AD0-0A5B48155A28}" dt="2024-08-10T16:34:08.044" v="7" actId="478"/>
          <ac:spMkLst>
            <pc:docMk/>
            <pc:sldMk cId="3542039458" sldId="419"/>
            <ac:spMk id="7" creationId="{BCD5FC5D-6958-C515-5E19-C43ADC02AFAF}"/>
          </ac:spMkLst>
        </pc:spChg>
        <pc:spChg chg="del">
          <ac:chgData name="Yunlong Jia" userId="6b7af21b-5f2a-4116-95e0-5cdc728d2113" providerId="ADAL" clId="{20112431-383A-DB42-8AD0-0A5B48155A28}" dt="2024-08-10T16:34:10.157" v="8" actId="478"/>
          <ac:spMkLst>
            <pc:docMk/>
            <pc:sldMk cId="3542039458" sldId="419"/>
            <ac:spMk id="9" creationId="{A5C9AE52-C932-BED4-B097-CE1427418F85}"/>
          </ac:spMkLst>
        </pc:spChg>
        <pc:spChg chg="mod">
          <ac:chgData name="Yunlong Jia" userId="6b7af21b-5f2a-4116-95e0-5cdc728d2113" providerId="ADAL" clId="{20112431-383A-DB42-8AD0-0A5B48155A28}" dt="2024-08-10T16:34:30.418" v="15" actId="1076"/>
          <ac:spMkLst>
            <pc:docMk/>
            <pc:sldMk cId="3542039458" sldId="419"/>
            <ac:spMk id="11" creationId="{3C8BFAF5-A4BA-5837-BCA2-7AD57D222211}"/>
          </ac:spMkLst>
        </pc:spChg>
        <pc:spChg chg="mod">
          <ac:chgData name="Yunlong Jia" userId="6b7af21b-5f2a-4116-95e0-5cdc728d2113" providerId="ADAL" clId="{20112431-383A-DB42-8AD0-0A5B48155A28}" dt="2024-08-10T16:34:30.418" v="15" actId="1076"/>
          <ac:spMkLst>
            <pc:docMk/>
            <pc:sldMk cId="3542039458" sldId="419"/>
            <ac:spMk id="13" creationId="{0308CB3C-94B4-CE2F-F1EE-1C5B116134DC}"/>
          </ac:spMkLst>
        </pc:spChg>
        <pc:spChg chg="mod">
          <ac:chgData name="Yunlong Jia" userId="6b7af21b-5f2a-4116-95e0-5cdc728d2113" providerId="ADAL" clId="{20112431-383A-DB42-8AD0-0A5B48155A28}" dt="2024-08-10T16:35:12.579" v="31" actId="14100"/>
          <ac:spMkLst>
            <pc:docMk/>
            <pc:sldMk cId="3542039458" sldId="419"/>
            <ac:spMk id="14" creationId="{8D855A5F-16CC-F8AA-9010-95BC5CD233F6}"/>
          </ac:spMkLst>
        </pc:spChg>
        <pc:spChg chg="mod">
          <ac:chgData name="Yunlong Jia" userId="6b7af21b-5f2a-4116-95e0-5cdc728d2113" providerId="ADAL" clId="{20112431-383A-DB42-8AD0-0A5B48155A28}" dt="2024-08-10T16:35:34.378" v="40" actId="20577"/>
          <ac:spMkLst>
            <pc:docMk/>
            <pc:sldMk cId="3542039458" sldId="419"/>
            <ac:spMk id="16" creationId="{1642E75D-E99F-40C1-1D06-7076BE6C76A3}"/>
          </ac:spMkLst>
        </pc:spChg>
        <pc:picChg chg="del">
          <ac:chgData name="Yunlong Jia" userId="6b7af21b-5f2a-4116-95e0-5cdc728d2113" providerId="ADAL" clId="{20112431-383A-DB42-8AD0-0A5B48155A28}" dt="2024-08-10T16:35:37.950" v="41" actId="478"/>
          <ac:picMkLst>
            <pc:docMk/>
            <pc:sldMk cId="3542039458" sldId="419"/>
            <ac:picMk id="19" creationId="{E51FAE3C-34F6-067D-E51D-6941AAE100E2}"/>
          </ac:picMkLst>
        </pc:picChg>
        <pc:picChg chg="del">
          <ac:chgData name="Yunlong Jia" userId="6b7af21b-5f2a-4116-95e0-5cdc728d2113" providerId="ADAL" clId="{20112431-383A-DB42-8AD0-0A5B48155A28}" dt="2024-08-10T16:35:39.021" v="42" actId="478"/>
          <ac:picMkLst>
            <pc:docMk/>
            <pc:sldMk cId="3542039458" sldId="419"/>
            <ac:picMk id="21" creationId="{56D985FA-D53C-49FD-A11C-4695FF400161}"/>
          </ac:picMkLst>
        </pc:picChg>
        <pc:picChg chg="del">
          <ac:chgData name="Yunlong Jia" userId="6b7af21b-5f2a-4116-95e0-5cdc728d2113" providerId="ADAL" clId="{20112431-383A-DB42-8AD0-0A5B48155A28}" dt="2024-08-10T16:35:39.881" v="43" actId="478"/>
          <ac:picMkLst>
            <pc:docMk/>
            <pc:sldMk cId="3542039458" sldId="419"/>
            <ac:picMk id="23" creationId="{38ACB857-6B1F-17EB-8E62-FCBF9AA37650}"/>
          </ac:picMkLst>
        </pc:picChg>
      </pc:sldChg>
      <pc:sldChg chg="add ord">
        <pc:chgData name="Yunlong Jia" userId="6b7af21b-5f2a-4116-95e0-5cdc728d2113" providerId="ADAL" clId="{20112431-383A-DB42-8AD0-0A5B48155A28}" dt="2024-08-12T17:18:56.118" v="84" actId="20578"/>
        <pc:sldMkLst>
          <pc:docMk/>
          <pc:sldMk cId="761196027" sldId="420"/>
        </pc:sldMkLst>
      </pc:sldChg>
      <pc:sldChg chg="addSp modSp add mod ord">
        <pc:chgData name="Yunlong Jia" userId="6b7af21b-5f2a-4116-95e0-5cdc728d2113" providerId="ADAL" clId="{20112431-383A-DB42-8AD0-0A5B48155A28}" dt="2024-08-12T20:50:23.337" v="212" actId="20577"/>
        <pc:sldMkLst>
          <pc:docMk/>
          <pc:sldMk cId="3894602662" sldId="421"/>
        </pc:sldMkLst>
        <pc:spChg chg="mod">
          <ac:chgData name="Yunlong Jia" userId="6b7af21b-5f2a-4116-95e0-5cdc728d2113" providerId="ADAL" clId="{20112431-383A-DB42-8AD0-0A5B48155A28}" dt="2024-08-12T17:48:57.756" v="132" actId="164"/>
          <ac:spMkLst>
            <pc:docMk/>
            <pc:sldMk cId="3894602662" sldId="421"/>
            <ac:spMk id="3" creationId="{88D6F5A5-B34A-8550-91A6-8F52B820476A}"/>
          </ac:spMkLst>
        </pc:spChg>
        <pc:spChg chg="mod">
          <ac:chgData name="Yunlong Jia" userId="6b7af21b-5f2a-4116-95e0-5cdc728d2113" providerId="ADAL" clId="{20112431-383A-DB42-8AD0-0A5B48155A28}" dt="2024-08-12T17:48:57.756" v="132" actId="164"/>
          <ac:spMkLst>
            <pc:docMk/>
            <pc:sldMk cId="3894602662" sldId="421"/>
            <ac:spMk id="5" creationId="{E3C957C7-3AB2-A056-6038-8705039192A0}"/>
          </ac:spMkLst>
        </pc:spChg>
        <pc:spChg chg="mod">
          <ac:chgData name="Yunlong Jia" userId="6b7af21b-5f2a-4116-95e0-5cdc728d2113" providerId="ADAL" clId="{20112431-383A-DB42-8AD0-0A5B48155A28}" dt="2024-08-12T17:48:57.756" v="132" actId="164"/>
          <ac:spMkLst>
            <pc:docMk/>
            <pc:sldMk cId="3894602662" sldId="421"/>
            <ac:spMk id="11" creationId="{3C8BFAF5-A4BA-5837-BCA2-7AD57D222211}"/>
          </ac:spMkLst>
        </pc:spChg>
        <pc:spChg chg="mod">
          <ac:chgData name="Yunlong Jia" userId="6b7af21b-5f2a-4116-95e0-5cdc728d2113" providerId="ADAL" clId="{20112431-383A-DB42-8AD0-0A5B48155A28}" dt="2024-08-12T17:48:57.756" v="132" actId="164"/>
          <ac:spMkLst>
            <pc:docMk/>
            <pc:sldMk cId="3894602662" sldId="421"/>
            <ac:spMk id="13" creationId="{0308CB3C-94B4-CE2F-F1EE-1C5B116134DC}"/>
          </ac:spMkLst>
        </pc:spChg>
        <pc:spChg chg="mod">
          <ac:chgData name="Yunlong Jia" userId="6b7af21b-5f2a-4116-95e0-5cdc728d2113" providerId="ADAL" clId="{20112431-383A-DB42-8AD0-0A5B48155A28}" dt="2024-08-12T17:48:57.756" v="132" actId="164"/>
          <ac:spMkLst>
            <pc:docMk/>
            <pc:sldMk cId="3894602662" sldId="421"/>
            <ac:spMk id="14" creationId="{8D855A5F-16CC-F8AA-9010-95BC5CD233F6}"/>
          </ac:spMkLst>
        </pc:spChg>
        <pc:spChg chg="mod">
          <ac:chgData name="Yunlong Jia" userId="6b7af21b-5f2a-4116-95e0-5cdc728d2113" providerId="ADAL" clId="{20112431-383A-DB42-8AD0-0A5B48155A28}" dt="2024-08-12T20:50:23.337" v="212" actId="20577"/>
          <ac:spMkLst>
            <pc:docMk/>
            <pc:sldMk cId="3894602662" sldId="421"/>
            <ac:spMk id="16" creationId="{1642E75D-E99F-40C1-1D06-7076BE6C76A3}"/>
          </ac:spMkLst>
        </pc:spChg>
        <pc:grpChg chg="add mod">
          <ac:chgData name="Yunlong Jia" userId="6b7af21b-5f2a-4116-95e0-5cdc728d2113" providerId="ADAL" clId="{20112431-383A-DB42-8AD0-0A5B48155A28}" dt="2024-08-12T17:49:00.421" v="133" actId="1076"/>
          <ac:grpSpMkLst>
            <pc:docMk/>
            <pc:sldMk cId="3894602662" sldId="421"/>
            <ac:grpSpMk id="2" creationId="{BF776F65-2EE4-FE2D-BE32-50E96184BC1E}"/>
          </ac:grpSpMkLst>
        </pc:grpChg>
        <pc:picChg chg="add mod">
          <ac:chgData name="Yunlong Jia" userId="6b7af21b-5f2a-4116-95e0-5cdc728d2113" providerId="ADAL" clId="{20112431-383A-DB42-8AD0-0A5B48155A28}" dt="2024-08-12T18:38:28.442" v="142" actId="1076"/>
          <ac:picMkLst>
            <pc:docMk/>
            <pc:sldMk cId="3894602662" sldId="421"/>
            <ac:picMk id="6" creationId="{86F66F41-9A24-104E-8D44-222547A689EF}"/>
          </ac:picMkLst>
        </pc:picChg>
        <pc:picChg chg="add mod">
          <ac:chgData name="Yunlong Jia" userId="6b7af21b-5f2a-4116-95e0-5cdc728d2113" providerId="ADAL" clId="{20112431-383A-DB42-8AD0-0A5B48155A28}" dt="2024-08-12T18:40:06.168" v="151" actId="1076"/>
          <ac:picMkLst>
            <pc:docMk/>
            <pc:sldMk cId="3894602662" sldId="421"/>
            <ac:picMk id="8" creationId="{F0D7AEC1-5AEA-4493-991F-E1BB913AE133}"/>
          </ac:picMkLst>
        </pc:picChg>
      </pc:sldChg>
      <pc:sldChg chg="addSp delSp modSp add mod ord">
        <pc:chgData name="Yunlong Jia" userId="6b7af21b-5f2a-4116-95e0-5cdc728d2113" providerId="ADAL" clId="{20112431-383A-DB42-8AD0-0A5B48155A28}" dt="2024-08-13T18:13:18.590" v="398" actId="14100"/>
        <pc:sldMkLst>
          <pc:docMk/>
          <pc:sldMk cId="3776549291" sldId="422"/>
        </pc:sldMkLst>
        <pc:spChg chg="mod">
          <ac:chgData name="Yunlong Jia" userId="6b7af21b-5f2a-4116-95e0-5cdc728d2113" providerId="ADAL" clId="{20112431-383A-DB42-8AD0-0A5B48155A28}" dt="2024-08-13T18:13:18.590" v="398" actId="14100"/>
          <ac:spMkLst>
            <pc:docMk/>
            <pc:sldMk cId="3776549291" sldId="422"/>
            <ac:spMk id="3" creationId="{28BF87FB-98DA-9858-5AF2-5BAEAC05161B}"/>
          </ac:spMkLst>
        </pc:spChg>
        <pc:picChg chg="add mod">
          <ac:chgData name="Yunlong Jia" userId="6b7af21b-5f2a-4116-95e0-5cdc728d2113" providerId="ADAL" clId="{20112431-383A-DB42-8AD0-0A5B48155A28}" dt="2024-08-13T17:15:08.811" v="321" actId="1076"/>
          <ac:picMkLst>
            <pc:docMk/>
            <pc:sldMk cId="3776549291" sldId="422"/>
            <ac:picMk id="2" creationId="{4A55F0C0-D0CD-2506-EAB8-E87C416D1A0D}"/>
          </ac:picMkLst>
        </pc:picChg>
        <pc:picChg chg="add del mod">
          <ac:chgData name="Yunlong Jia" userId="6b7af21b-5f2a-4116-95e0-5cdc728d2113" providerId="ADAL" clId="{20112431-383A-DB42-8AD0-0A5B48155A28}" dt="2024-08-12T18:45:11.880" v="156" actId="478"/>
          <ac:picMkLst>
            <pc:docMk/>
            <pc:sldMk cId="3776549291" sldId="422"/>
            <ac:picMk id="4" creationId="{A045DBB4-AE9C-F907-2573-27C2B51FDC00}"/>
          </ac:picMkLst>
        </pc:picChg>
        <pc:picChg chg="add del mod">
          <ac:chgData name="Yunlong Jia" userId="6b7af21b-5f2a-4116-95e0-5cdc728d2113" providerId="ADAL" clId="{20112431-383A-DB42-8AD0-0A5B48155A28}" dt="2024-08-13T17:07:08.317" v="315" actId="478"/>
          <ac:picMkLst>
            <pc:docMk/>
            <pc:sldMk cId="3776549291" sldId="422"/>
            <ac:picMk id="4" creationId="{C90C7733-48B4-A117-EF40-80CE6C6632FB}"/>
          </ac:picMkLst>
        </pc:picChg>
        <pc:picChg chg="mod">
          <ac:chgData name="Yunlong Jia" userId="6b7af21b-5f2a-4116-95e0-5cdc728d2113" providerId="ADAL" clId="{20112431-383A-DB42-8AD0-0A5B48155A28}" dt="2024-08-13T17:15:07.471" v="320" actId="1076"/>
          <ac:picMkLst>
            <pc:docMk/>
            <pc:sldMk cId="3776549291" sldId="422"/>
            <ac:picMk id="5" creationId="{B91DAEA4-BE68-E7D9-CF75-936C702953F0}"/>
          </ac:picMkLst>
        </pc:picChg>
        <pc:picChg chg="add del mod">
          <ac:chgData name="Yunlong Jia" userId="6b7af21b-5f2a-4116-95e0-5cdc728d2113" providerId="ADAL" clId="{20112431-383A-DB42-8AD0-0A5B48155A28}" dt="2024-08-13T17:16:42.426" v="325" actId="478"/>
          <ac:picMkLst>
            <pc:docMk/>
            <pc:sldMk cId="3776549291" sldId="422"/>
            <ac:picMk id="6" creationId="{2B58FC17-6A32-A126-0766-46534ED5459D}"/>
          </ac:picMkLst>
        </pc:picChg>
        <pc:picChg chg="add mod">
          <ac:chgData name="Yunlong Jia" userId="6b7af21b-5f2a-4116-95e0-5cdc728d2113" providerId="ADAL" clId="{20112431-383A-DB42-8AD0-0A5B48155A28}" dt="2024-08-13T17:16:52.053" v="329" actId="1076"/>
          <ac:picMkLst>
            <pc:docMk/>
            <pc:sldMk cId="3776549291" sldId="422"/>
            <ac:picMk id="7" creationId="{F58DBA94-D16E-AF3B-8043-97D064AD6D27}"/>
          </ac:picMkLst>
        </pc:picChg>
        <pc:picChg chg="del mod">
          <ac:chgData name="Yunlong Jia" userId="6b7af21b-5f2a-4116-95e0-5cdc728d2113" providerId="ADAL" clId="{20112431-383A-DB42-8AD0-0A5B48155A28}" dt="2024-08-12T18:55:33.059" v="163" actId="478"/>
          <ac:picMkLst>
            <pc:docMk/>
            <pc:sldMk cId="3776549291" sldId="422"/>
            <ac:picMk id="9" creationId="{458771A3-91E0-1DD0-F011-B4978C4B1FBA}"/>
          </ac:picMkLst>
        </pc:picChg>
      </pc:sldChg>
      <pc:sldChg chg="add del ord">
        <pc:chgData name="Yunlong Jia" userId="6b7af21b-5f2a-4116-95e0-5cdc728d2113" providerId="ADAL" clId="{20112431-383A-DB42-8AD0-0A5B48155A28}" dt="2024-08-14T00:24:05.176" v="674" actId="2696"/>
        <pc:sldMkLst>
          <pc:docMk/>
          <pc:sldMk cId="1759983744" sldId="423"/>
        </pc:sldMkLst>
      </pc:sldChg>
      <pc:sldChg chg="add del ord">
        <pc:chgData name="Yunlong Jia" userId="6b7af21b-5f2a-4116-95e0-5cdc728d2113" providerId="ADAL" clId="{20112431-383A-DB42-8AD0-0A5B48155A28}" dt="2024-08-14T03:11:25.639" v="688" actId="2696"/>
        <pc:sldMkLst>
          <pc:docMk/>
          <pc:sldMk cId="794404217" sldId="424"/>
        </pc:sldMkLst>
      </pc:sldChg>
      <pc:sldChg chg="addSp delSp modSp new del mod">
        <pc:chgData name="Yunlong Jia" userId="6b7af21b-5f2a-4116-95e0-5cdc728d2113" providerId="ADAL" clId="{20112431-383A-DB42-8AD0-0A5B48155A28}" dt="2024-08-14T03:11:37.732" v="689" actId="2696"/>
        <pc:sldMkLst>
          <pc:docMk/>
          <pc:sldMk cId="3373878438" sldId="425"/>
        </pc:sldMkLst>
        <pc:spChg chg="add del">
          <ac:chgData name="Yunlong Jia" userId="6b7af21b-5f2a-4116-95e0-5cdc728d2113" providerId="ADAL" clId="{20112431-383A-DB42-8AD0-0A5B48155A28}" dt="2024-08-12T18:57:08.826" v="173"/>
          <ac:spMkLst>
            <pc:docMk/>
            <pc:sldMk cId="3373878438" sldId="425"/>
            <ac:spMk id="4" creationId="{4D4E9703-2034-6506-C544-12994129AE27}"/>
          </ac:spMkLst>
        </pc:spChg>
        <pc:spChg chg="add mod">
          <ac:chgData name="Yunlong Jia" userId="6b7af21b-5f2a-4116-95e0-5cdc728d2113" providerId="ADAL" clId="{20112431-383A-DB42-8AD0-0A5B48155A28}" dt="2024-08-12T18:57:44.325" v="195" actId="207"/>
          <ac:spMkLst>
            <pc:docMk/>
            <pc:sldMk cId="3373878438" sldId="425"/>
            <ac:spMk id="6" creationId="{49649B94-3628-8FB6-7A9A-010A303B5884}"/>
          </ac:spMkLst>
        </pc:spChg>
        <pc:picChg chg="add mod">
          <ac:chgData name="Yunlong Jia" userId="6b7af21b-5f2a-4116-95e0-5cdc728d2113" providerId="ADAL" clId="{20112431-383A-DB42-8AD0-0A5B48155A28}" dt="2024-08-12T18:57:16.563" v="179" actId="1076"/>
          <ac:picMkLst>
            <pc:docMk/>
            <pc:sldMk cId="3373878438" sldId="425"/>
            <ac:picMk id="3" creationId="{C14BA041-5C83-B21C-9D48-8BC93EE599B1}"/>
          </ac:picMkLst>
        </pc:picChg>
        <pc:picChg chg="add mod">
          <ac:chgData name="Yunlong Jia" userId="6b7af21b-5f2a-4116-95e0-5cdc728d2113" providerId="ADAL" clId="{20112431-383A-DB42-8AD0-0A5B48155A28}" dt="2024-08-12T18:57:21.019" v="182" actId="1076"/>
          <ac:picMkLst>
            <pc:docMk/>
            <pc:sldMk cId="3373878438" sldId="425"/>
            <ac:picMk id="5" creationId="{B9D94B07-051D-A60D-5410-4DF93BF9AB93}"/>
          </ac:picMkLst>
        </pc:picChg>
      </pc:sldChg>
      <pc:sldChg chg="addSp delSp modSp new mod ord">
        <pc:chgData name="Yunlong Jia" userId="6b7af21b-5f2a-4116-95e0-5cdc728d2113" providerId="ADAL" clId="{20112431-383A-DB42-8AD0-0A5B48155A28}" dt="2024-08-13T22:15:07.107" v="646" actId="1440"/>
        <pc:sldMkLst>
          <pc:docMk/>
          <pc:sldMk cId="1794027066" sldId="426"/>
        </pc:sldMkLst>
        <pc:spChg chg="add del">
          <ac:chgData name="Yunlong Jia" userId="6b7af21b-5f2a-4116-95e0-5cdc728d2113" providerId="ADAL" clId="{20112431-383A-DB42-8AD0-0A5B48155A28}" dt="2024-08-13T15:15:55.360" v="219"/>
          <ac:spMkLst>
            <pc:docMk/>
            <pc:sldMk cId="1794027066" sldId="426"/>
            <ac:spMk id="2" creationId="{15664307-D082-A89B-6407-A26DDE3355BC}"/>
          </ac:spMkLst>
        </pc:spChg>
        <pc:spChg chg="add mod">
          <ac:chgData name="Yunlong Jia" userId="6b7af21b-5f2a-4116-95e0-5cdc728d2113" providerId="ADAL" clId="{20112431-383A-DB42-8AD0-0A5B48155A28}" dt="2024-08-13T15:25:13.734" v="280" actId="1076"/>
          <ac:spMkLst>
            <pc:docMk/>
            <pc:sldMk cId="1794027066" sldId="426"/>
            <ac:spMk id="4" creationId="{8DF23C65-0AD5-A9A8-BD6E-93F88DF6309B}"/>
          </ac:spMkLst>
        </pc:spChg>
        <pc:spChg chg="add del">
          <ac:chgData name="Yunlong Jia" userId="6b7af21b-5f2a-4116-95e0-5cdc728d2113" providerId="ADAL" clId="{20112431-383A-DB42-8AD0-0A5B48155A28}" dt="2024-08-13T15:16:46.280" v="247"/>
          <ac:spMkLst>
            <pc:docMk/>
            <pc:sldMk cId="1794027066" sldId="426"/>
            <ac:spMk id="5" creationId="{0E30FD46-C657-FA98-D143-B806EC0BF0EC}"/>
          </ac:spMkLst>
        </pc:spChg>
        <pc:picChg chg="add mod">
          <ac:chgData name="Yunlong Jia" userId="6b7af21b-5f2a-4116-95e0-5cdc728d2113" providerId="ADAL" clId="{20112431-383A-DB42-8AD0-0A5B48155A28}" dt="2024-08-13T17:17:04.836" v="330" actId="1076"/>
          <ac:picMkLst>
            <pc:docMk/>
            <pc:sldMk cId="1794027066" sldId="426"/>
            <ac:picMk id="3" creationId="{750F8F36-7114-2E3E-73CE-CA3FC1960B20}"/>
          </ac:picMkLst>
        </pc:picChg>
        <pc:picChg chg="add del mod">
          <ac:chgData name="Yunlong Jia" userId="6b7af21b-5f2a-4116-95e0-5cdc728d2113" providerId="ADAL" clId="{20112431-383A-DB42-8AD0-0A5B48155A28}" dt="2024-08-13T16:49:03.141" v="298" actId="478"/>
          <ac:picMkLst>
            <pc:docMk/>
            <pc:sldMk cId="1794027066" sldId="426"/>
            <ac:picMk id="6" creationId="{D8DDA59C-D022-6FB4-48DA-F3BADA66913A}"/>
          </ac:picMkLst>
        </pc:picChg>
        <pc:picChg chg="add del mod">
          <ac:chgData name="Yunlong Jia" userId="6b7af21b-5f2a-4116-95e0-5cdc728d2113" providerId="ADAL" clId="{20112431-383A-DB42-8AD0-0A5B48155A28}" dt="2024-08-13T21:56:50.137" v="629" actId="478"/>
          <ac:picMkLst>
            <pc:docMk/>
            <pc:sldMk cId="1794027066" sldId="426"/>
            <ac:picMk id="7" creationId="{4C8A84D1-A45A-4664-232B-777F9B603121}"/>
          </ac:picMkLst>
        </pc:picChg>
        <pc:picChg chg="add mod">
          <ac:chgData name="Yunlong Jia" userId="6b7af21b-5f2a-4116-95e0-5cdc728d2113" providerId="ADAL" clId="{20112431-383A-DB42-8AD0-0A5B48155A28}" dt="2024-08-13T17:48:02.333" v="372" actId="1076"/>
          <ac:picMkLst>
            <pc:docMk/>
            <pc:sldMk cId="1794027066" sldId="426"/>
            <ac:picMk id="8" creationId="{30D75EFA-341B-EAC1-9803-3D3A2B6A167B}"/>
          </ac:picMkLst>
        </pc:picChg>
        <pc:picChg chg="add del mod">
          <ac:chgData name="Yunlong Jia" userId="6b7af21b-5f2a-4116-95e0-5cdc728d2113" providerId="ADAL" clId="{20112431-383A-DB42-8AD0-0A5B48155A28}" dt="2024-08-13T21:56:52.412" v="631" actId="478"/>
          <ac:picMkLst>
            <pc:docMk/>
            <pc:sldMk cId="1794027066" sldId="426"/>
            <ac:picMk id="10" creationId="{8967251E-7147-CA07-F836-62C7101F0E32}"/>
          </ac:picMkLst>
        </pc:picChg>
        <pc:picChg chg="add del mod">
          <ac:chgData name="Yunlong Jia" userId="6b7af21b-5f2a-4116-95e0-5cdc728d2113" providerId="ADAL" clId="{20112431-383A-DB42-8AD0-0A5B48155A28}" dt="2024-08-13T22:14:58.420" v="641" actId="478"/>
          <ac:picMkLst>
            <pc:docMk/>
            <pc:sldMk cId="1794027066" sldId="426"/>
            <ac:picMk id="12" creationId="{BC1568C2-62E7-6488-747B-B4EEC933D7A5}"/>
          </ac:picMkLst>
        </pc:picChg>
        <pc:picChg chg="add mod">
          <ac:chgData name="Yunlong Jia" userId="6b7af21b-5f2a-4116-95e0-5cdc728d2113" providerId="ADAL" clId="{20112431-383A-DB42-8AD0-0A5B48155A28}" dt="2024-08-13T22:15:07.107" v="646" actId="1440"/>
          <ac:picMkLst>
            <pc:docMk/>
            <pc:sldMk cId="1794027066" sldId="426"/>
            <ac:picMk id="13" creationId="{293FFB10-5789-4F7A-ED40-86E920B371C6}"/>
          </ac:picMkLst>
        </pc:picChg>
      </pc:sldChg>
      <pc:sldChg chg="addSp delSp modSp new mod modNotesTx">
        <pc:chgData name="Yunlong Jia" userId="6b7af21b-5f2a-4116-95e0-5cdc728d2113" providerId="ADAL" clId="{20112431-383A-DB42-8AD0-0A5B48155A28}" dt="2024-08-15T15:45:41.672" v="1975" actId="1076"/>
        <pc:sldMkLst>
          <pc:docMk/>
          <pc:sldMk cId="1183498716" sldId="427"/>
        </pc:sldMkLst>
        <pc:spChg chg="add mod">
          <ac:chgData name="Yunlong Jia" userId="6b7af21b-5f2a-4116-95e0-5cdc728d2113" providerId="ADAL" clId="{20112431-383A-DB42-8AD0-0A5B48155A28}" dt="2024-08-13T17:24:32.509" v="355" actId="20577"/>
          <ac:spMkLst>
            <pc:docMk/>
            <pc:sldMk cId="1183498716" sldId="427"/>
            <ac:spMk id="3" creationId="{B5E0F004-9D30-2A9C-F584-6E3848F53CE4}"/>
          </ac:spMkLst>
        </pc:spChg>
        <pc:spChg chg="add mod">
          <ac:chgData name="Yunlong Jia" userId="6b7af21b-5f2a-4116-95e0-5cdc728d2113" providerId="ADAL" clId="{20112431-383A-DB42-8AD0-0A5B48155A28}" dt="2024-08-15T15:44:48.799" v="1953" actId="403"/>
          <ac:spMkLst>
            <pc:docMk/>
            <pc:sldMk cId="1183498716" sldId="427"/>
            <ac:spMk id="8" creationId="{4E133284-C59F-BD61-C168-4A0F3C879900}"/>
          </ac:spMkLst>
        </pc:spChg>
        <pc:spChg chg="add mod">
          <ac:chgData name="Yunlong Jia" userId="6b7af21b-5f2a-4116-95e0-5cdc728d2113" providerId="ADAL" clId="{20112431-383A-DB42-8AD0-0A5B48155A28}" dt="2024-08-15T15:45:41.672" v="1975" actId="1076"/>
          <ac:spMkLst>
            <pc:docMk/>
            <pc:sldMk cId="1183498716" sldId="427"/>
            <ac:spMk id="9" creationId="{176DED58-AB55-5563-4A09-BF90EA713BFD}"/>
          </ac:spMkLst>
        </pc:spChg>
        <pc:picChg chg="add mod">
          <ac:chgData name="Yunlong Jia" userId="6b7af21b-5f2a-4116-95e0-5cdc728d2113" providerId="ADAL" clId="{20112431-383A-DB42-8AD0-0A5B48155A28}" dt="2024-08-13T23:13:59.363" v="669" actId="1035"/>
          <ac:picMkLst>
            <pc:docMk/>
            <pc:sldMk cId="1183498716" sldId="427"/>
            <ac:picMk id="2" creationId="{AA2ED348-D8CB-8D75-A65D-14D8C95A5D02}"/>
          </ac:picMkLst>
        </pc:picChg>
        <pc:picChg chg="add mod">
          <ac:chgData name="Yunlong Jia" userId="6b7af21b-5f2a-4116-95e0-5cdc728d2113" providerId="ADAL" clId="{20112431-383A-DB42-8AD0-0A5B48155A28}" dt="2024-08-13T23:14:01.197" v="671" actId="1035"/>
          <ac:picMkLst>
            <pc:docMk/>
            <pc:sldMk cId="1183498716" sldId="427"/>
            <ac:picMk id="4" creationId="{3FBF32C3-0F7D-47BE-3ADF-6FA1E4324F03}"/>
          </ac:picMkLst>
        </pc:picChg>
        <pc:picChg chg="add del mod">
          <ac:chgData name="Yunlong Jia" userId="6b7af21b-5f2a-4116-95e0-5cdc728d2113" providerId="ADAL" clId="{20112431-383A-DB42-8AD0-0A5B48155A28}" dt="2024-08-13T23:13:47.938" v="658" actId="478"/>
          <ac:picMkLst>
            <pc:docMk/>
            <pc:sldMk cId="1183498716" sldId="427"/>
            <ac:picMk id="5" creationId="{A7AE883E-D1BA-93C3-C8FE-4918B0402311}"/>
          </ac:picMkLst>
        </pc:picChg>
        <pc:picChg chg="add mod">
          <ac:chgData name="Yunlong Jia" userId="6b7af21b-5f2a-4116-95e0-5cdc728d2113" providerId="ADAL" clId="{20112431-383A-DB42-8AD0-0A5B48155A28}" dt="2024-08-13T23:13:55.731" v="662" actId="1440"/>
          <ac:picMkLst>
            <pc:docMk/>
            <pc:sldMk cId="1183498716" sldId="427"/>
            <ac:picMk id="6" creationId="{042F292B-6104-5F1A-62E8-8717EE27887E}"/>
          </ac:picMkLst>
        </pc:picChg>
      </pc:sldChg>
      <pc:sldChg chg="addSp delSp modSp new mod">
        <pc:chgData name="Yunlong Jia" userId="6b7af21b-5f2a-4116-95e0-5cdc728d2113" providerId="ADAL" clId="{20112431-383A-DB42-8AD0-0A5B48155A28}" dt="2024-08-14T19:36:10.811" v="911" actId="164"/>
        <pc:sldMkLst>
          <pc:docMk/>
          <pc:sldMk cId="2254816917" sldId="428"/>
        </pc:sldMkLst>
        <pc:spChg chg="add mod">
          <ac:chgData name="Yunlong Jia" userId="6b7af21b-5f2a-4116-95e0-5cdc728d2113" providerId="ADAL" clId="{20112431-383A-DB42-8AD0-0A5B48155A28}" dt="2024-08-13T18:13:30.120" v="401" actId="14100"/>
          <ac:spMkLst>
            <pc:docMk/>
            <pc:sldMk cId="2254816917" sldId="428"/>
            <ac:spMk id="3" creationId="{972660DE-B435-D381-3AE4-2539A88813F2}"/>
          </ac:spMkLst>
        </pc:spChg>
        <pc:spChg chg="add mod">
          <ac:chgData name="Yunlong Jia" userId="6b7af21b-5f2a-4116-95e0-5cdc728d2113" providerId="ADAL" clId="{20112431-383A-DB42-8AD0-0A5B48155A28}" dt="2024-08-14T17:56:35.188" v="842" actId="1076"/>
          <ac:spMkLst>
            <pc:docMk/>
            <pc:sldMk cId="2254816917" sldId="428"/>
            <ac:spMk id="6" creationId="{8EA1F7F9-5596-5635-D4DB-A546F360A335}"/>
          </ac:spMkLst>
        </pc:spChg>
        <pc:spChg chg="add mod">
          <ac:chgData name="Yunlong Jia" userId="6b7af21b-5f2a-4116-95e0-5cdc728d2113" providerId="ADAL" clId="{20112431-383A-DB42-8AD0-0A5B48155A28}" dt="2024-08-14T18:29:55.385" v="847" actId="208"/>
          <ac:spMkLst>
            <pc:docMk/>
            <pc:sldMk cId="2254816917" sldId="428"/>
            <ac:spMk id="8" creationId="{62575E05-4CE0-1590-5F85-B1C4F19E6153}"/>
          </ac:spMkLst>
        </pc:spChg>
        <pc:spChg chg="add mod">
          <ac:chgData name="Yunlong Jia" userId="6b7af21b-5f2a-4116-95e0-5cdc728d2113" providerId="ADAL" clId="{20112431-383A-DB42-8AD0-0A5B48155A28}" dt="2024-08-14T19:36:10.811" v="911" actId="164"/>
          <ac:spMkLst>
            <pc:docMk/>
            <pc:sldMk cId="2254816917" sldId="428"/>
            <ac:spMk id="9" creationId="{86CE6573-F459-BC1D-ECCE-212B67B7A24E}"/>
          </ac:spMkLst>
        </pc:spChg>
        <pc:spChg chg="add mod">
          <ac:chgData name="Yunlong Jia" userId="6b7af21b-5f2a-4116-95e0-5cdc728d2113" providerId="ADAL" clId="{20112431-383A-DB42-8AD0-0A5B48155A28}" dt="2024-08-14T19:36:10.811" v="911" actId="164"/>
          <ac:spMkLst>
            <pc:docMk/>
            <pc:sldMk cId="2254816917" sldId="428"/>
            <ac:spMk id="10" creationId="{F1F4599E-F21D-35F8-EEB2-5B65F2F088FC}"/>
          </ac:spMkLst>
        </pc:spChg>
        <pc:spChg chg="add mod">
          <ac:chgData name="Yunlong Jia" userId="6b7af21b-5f2a-4116-95e0-5cdc728d2113" providerId="ADAL" clId="{20112431-383A-DB42-8AD0-0A5B48155A28}" dt="2024-08-14T18:47:56.279" v="872" actId="14100"/>
          <ac:spMkLst>
            <pc:docMk/>
            <pc:sldMk cId="2254816917" sldId="428"/>
            <ac:spMk id="11" creationId="{3E0F968E-64EA-F586-4816-6F746DE82297}"/>
          </ac:spMkLst>
        </pc:spChg>
        <pc:grpChg chg="add mod">
          <ac:chgData name="Yunlong Jia" userId="6b7af21b-5f2a-4116-95e0-5cdc728d2113" providerId="ADAL" clId="{20112431-383A-DB42-8AD0-0A5B48155A28}" dt="2024-08-14T19:36:10.811" v="911" actId="164"/>
          <ac:grpSpMkLst>
            <pc:docMk/>
            <pc:sldMk cId="2254816917" sldId="428"/>
            <ac:grpSpMk id="12" creationId="{7B4BA6D9-7455-6B9E-2972-6A60FD3C4A9A}"/>
          </ac:grpSpMkLst>
        </pc:grpChg>
        <pc:picChg chg="add del mod">
          <ac:chgData name="Yunlong Jia" userId="6b7af21b-5f2a-4116-95e0-5cdc728d2113" providerId="ADAL" clId="{20112431-383A-DB42-8AD0-0A5B48155A28}" dt="2024-08-13T18:52:45.630" v="544" actId="478"/>
          <ac:picMkLst>
            <pc:docMk/>
            <pc:sldMk cId="2254816917" sldId="428"/>
            <ac:picMk id="2" creationId="{37011944-9DA3-BD8A-AFCA-7A099C966EB3}"/>
          </ac:picMkLst>
        </pc:picChg>
        <pc:picChg chg="add mod">
          <ac:chgData name="Yunlong Jia" userId="6b7af21b-5f2a-4116-95e0-5cdc728d2113" providerId="ADAL" clId="{20112431-383A-DB42-8AD0-0A5B48155A28}" dt="2024-08-14T17:56:35.188" v="842" actId="1076"/>
          <ac:picMkLst>
            <pc:docMk/>
            <pc:sldMk cId="2254816917" sldId="428"/>
            <ac:picMk id="4" creationId="{3A1ADEF9-1B70-BF52-B90C-82A4E068D11E}"/>
          </ac:picMkLst>
        </pc:picChg>
        <pc:picChg chg="add mod">
          <ac:chgData name="Yunlong Jia" userId="6b7af21b-5f2a-4116-95e0-5cdc728d2113" providerId="ADAL" clId="{20112431-383A-DB42-8AD0-0A5B48155A28}" dt="2024-08-13T18:53:47.477" v="546" actId="1076"/>
          <ac:picMkLst>
            <pc:docMk/>
            <pc:sldMk cId="2254816917" sldId="428"/>
            <ac:picMk id="5" creationId="{E0667FA6-B8EB-7D58-29D8-043325861929}"/>
          </ac:picMkLst>
        </pc:picChg>
        <pc:picChg chg="add mod">
          <ac:chgData name="Yunlong Jia" userId="6b7af21b-5f2a-4116-95e0-5cdc728d2113" providerId="ADAL" clId="{20112431-383A-DB42-8AD0-0A5B48155A28}" dt="2024-08-14T19:36:10.811" v="911" actId="164"/>
          <ac:picMkLst>
            <pc:docMk/>
            <pc:sldMk cId="2254816917" sldId="428"/>
            <ac:picMk id="7" creationId="{EABBDE1B-B9F4-C7FA-B4D6-F63CBA7FD618}"/>
          </ac:picMkLst>
        </pc:picChg>
      </pc:sldChg>
      <pc:sldChg chg="addSp modSp new mod ord">
        <pc:chgData name="Yunlong Jia" userId="6b7af21b-5f2a-4116-95e0-5cdc728d2113" providerId="ADAL" clId="{20112431-383A-DB42-8AD0-0A5B48155A28}" dt="2024-08-14T22:05:56.447" v="1059" actId="1076"/>
        <pc:sldMkLst>
          <pc:docMk/>
          <pc:sldMk cId="3570342741" sldId="429"/>
        </pc:sldMkLst>
        <pc:spChg chg="add mod">
          <ac:chgData name="Yunlong Jia" userId="6b7af21b-5f2a-4116-95e0-5cdc728d2113" providerId="ADAL" clId="{20112431-383A-DB42-8AD0-0A5B48155A28}" dt="2024-08-13T18:16:36.600" v="422" actId="14100"/>
          <ac:spMkLst>
            <pc:docMk/>
            <pc:sldMk cId="3570342741" sldId="429"/>
            <ac:spMk id="3" creationId="{E0EF18B1-2891-6378-F68A-3E8CB107893D}"/>
          </ac:spMkLst>
        </pc:spChg>
        <pc:picChg chg="add mod">
          <ac:chgData name="Yunlong Jia" userId="6b7af21b-5f2a-4116-95e0-5cdc728d2113" providerId="ADAL" clId="{20112431-383A-DB42-8AD0-0A5B48155A28}" dt="2024-08-14T22:00:59.563" v="1052" actId="1076"/>
          <ac:picMkLst>
            <pc:docMk/>
            <pc:sldMk cId="3570342741" sldId="429"/>
            <ac:picMk id="2" creationId="{DBF4AC63-C44B-9032-D4CA-4BA87AAE8AA0}"/>
          </ac:picMkLst>
        </pc:picChg>
        <pc:picChg chg="add mod">
          <ac:chgData name="Yunlong Jia" userId="6b7af21b-5f2a-4116-95e0-5cdc728d2113" providerId="ADAL" clId="{20112431-383A-DB42-8AD0-0A5B48155A28}" dt="2024-08-14T22:05:49.520" v="1056" actId="1076"/>
          <ac:picMkLst>
            <pc:docMk/>
            <pc:sldMk cId="3570342741" sldId="429"/>
            <ac:picMk id="4" creationId="{5F76B797-32B1-E74D-97CC-7A6AB9CE50C1}"/>
          </ac:picMkLst>
        </pc:picChg>
        <pc:picChg chg="add mod">
          <ac:chgData name="Yunlong Jia" userId="6b7af21b-5f2a-4116-95e0-5cdc728d2113" providerId="ADAL" clId="{20112431-383A-DB42-8AD0-0A5B48155A28}" dt="2024-08-14T22:05:56.447" v="1059" actId="1076"/>
          <ac:picMkLst>
            <pc:docMk/>
            <pc:sldMk cId="3570342741" sldId="429"/>
            <ac:picMk id="5" creationId="{E5E490F5-E186-8971-F88C-6251C4B6263F}"/>
          </ac:picMkLst>
        </pc:picChg>
      </pc:sldChg>
      <pc:sldChg chg="addSp delSp modSp new mod ord modNotesTx">
        <pc:chgData name="Yunlong Jia" userId="6b7af21b-5f2a-4116-95e0-5cdc728d2113" providerId="ADAL" clId="{20112431-383A-DB42-8AD0-0A5B48155A28}" dt="2024-08-14T18:53:48.707" v="904" actId="1076"/>
        <pc:sldMkLst>
          <pc:docMk/>
          <pc:sldMk cId="1332987593" sldId="430"/>
        </pc:sldMkLst>
        <pc:spChg chg="add mod">
          <ac:chgData name="Yunlong Jia" userId="6b7af21b-5f2a-4116-95e0-5cdc728d2113" providerId="ADAL" clId="{20112431-383A-DB42-8AD0-0A5B48155A28}" dt="2024-08-14T18:53:48.707" v="904" actId="1076"/>
          <ac:spMkLst>
            <pc:docMk/>
            <pc:sldMk cId="1332987593" sldId="430"/>
            <ac:spMk id="3" creationId="{FCEDDBA8-F22B-4FA9-4EDD-85D5B546FF51}"/>
          </ac:spMkLst>
        </pc:spChg>
        <pc:spChg chg="add mod">
          <ac:chgData name="Yunlong Jia" userId="6b7af21b-5f2a-4116-95e0-5cdc728d2113" providerId="ADAL" clId="{20112431-383A-DB42-8AD0-0A5B48155A28}" dt="2024-08-14T18:50:00.053" v="887" actId="20577"/>
          <ac:spMkLst>
            <pc:docMk/>
            <pc:sldMk cId="1332987593" sldId="430"/>
            <ac:spMk id="7" creationId="{264A4E10-A5C7-C02C-F1C7-FFE9F857880C}"/>
          </ac:spMkLst>
        </pc:spChg>
        <pc:spChg chg="add mod">
          <ac:chgData name="Yunlong Jia" userId="6b7af21b-5f2a-4116-95e0-5cdc728d2113" providerId="ADAL" clId="{20112431-383A-DB42-8AD0-0A5B48155A28}" dt="2024-08-14T18:49:48.044" v="885" actId="14100"/>
          <ac:spMkLst>
            <pc:docMk/>
            <pc:sldMk cId="1332987593" sldId="430"/>
            <ac:spMk id="9" creationId="{AAA9925B-0B13-FFA2-3412-34F0DC9C6B95}"/>
          </ac:spMkLst>
        </pc:spChg>
        <pc:picChg chg="add mod">
          <ac:chgData name="Yunlong Jia" userId="6b7af21b-5f2a-4116-95e0-5cdc728d2113" providerId="ADAL" clId="{20112431-383A-DB42-8AD0-0A5B48155A28}" dt="2024-08-13T19:02:43.104" v="550" actId="1076"/>
          <ac:picMkLst>
            <pc:docMk/>
            <pc:sldMk cId="1332987593" sldId="430"/>
            <ac:picMk id="4" creationId="{A7A7E914-FF73-EDBC-7823-C5C39C0E1434}"/>
          </ac:picMkLst>
        </pc:picChg>
        <pc:picChg chg="add del mod">
          <ac:chgData name="Yunlong Jia" userId="6b7af21b-5f2a-4116-95e0-5cdc728d2113" providerId="ADAL" clId="{20112431-383A-DB42-8AD0-0A5B48155A28}" dt="2024-08-13T22:21:25.877" v="647" actId="478"/>
          <ac:picMkLst>
            <pc:docMk/>
            <pc:sldMk cId="1332987593" sldId="430"/>
            <ac:picMk id="5" creationId="{DE5781B4-1D3B-F244-79E1-9C11185040B2}"/>
          </ac:picMkLst>
        </pc:picChg>
        <pc:picChg chg="add mod">
          <ac:chgData name="Yunlong Jia" userId="6b7af21b-5f2a-4116-95e0-5cdc728d2113" providerId="ADAL" clId="{20112431-383A-DB42-8AD0-0A5B48155A28}" dt="2024-08-13T22:21:37.624" v="654" actId="1440"/>
          <ac:picMkLst>
            <pc:docMk/>
            <pc:sldMk cId="1332987593" sldId="430"/>
            <ac:picMk id="8" creationId="{D43FF0A8-28C0-98F8-4954-A1C5AD3105B2}"/>
          </ac:picMkLst>
        </pc:picChg>
      </pc:sldChg>
      <pc:sldChg chg="addSp delSp modSp new mod">
        <pc:chgData name="Yunlong Jia" userId="6b7af21b-5f2a-4116-95e0-5cdc728d2113" providerId="ADAL" clId="{20112431-383A-DB42-8AD0-0A5B48155A28}" dt="2024-08-14T18:43:48.028" v="861" actId="1076"/>
        <pc:sldMkLst>
          <pc:docMk/>
          <pc:sldMk cId="2148089238" sldId="431"/>
        </pc:sldMkLst>
        <pc:spChg chg="add mod">
          <ac:chgData name="Yunlong Jia" userId="6b7af21b-5f2a-4116-95e0-5cdc728d2113" providerId="ADAL" clId="{20112431-383A-DB42-8AD0-0A5B48155A28}" dt="2024-08-14T00:30:10.970" v="687" actId="14100"/>
          <ac:spMkLst>
            <pc:docMk/>
            <pc:sldMk cId="2148089238" sldId="431"/>
            <ac:spMk id="4" creationId="{4F6079DB-6716-33F8-25BE-75D63D028F01}"/>
          </ac:spMkLst>
        </pc:spChg>
        <pc:spChg chg="add del mod">
          <ac:chgData name="Yunlong Jia" userId="6b7af21b-5f2a-4116-95e0-5cdc728d2113" providerId="ADAL" clId="{20112431-383A-DB42-8AD0-0A5B48155A28}" dt="2024-08-14T17:39:41.032" v="815" actId="478"/>
          <ac:spMkLst>
            <pc:docMk/>
            <pc:sldMk cId="2148089238" sldId="431"/>
            <ac:spMk id="5" creationId="{281121F0-6DE5-1B7E-9A2D-618FFAC5B5E1}"/>
          </ac:spMkLst>
        </pc:spChg>
        <pc:spChg chg="add mod">
          <ac:chgData name="Yunlong Jia" userId="6b7af21b-5f2a-4116-95e0-5cdc728d2113" providerId="ADAL" clId="{20112431-383A-DB42-8AD0-0A5B48155A28}" dt="2024-08-14T18:32:55.552" v="854" actId="164"/>
          <ac:spMkLst>
            <pc:docMk/>
            <pc:sldMk cId="2148089238" sldId="431"/>
            <ac:spMk id="7" creationId="{F4836255-0F33-D8F5-6473-9101408D0A00}"/>
          </ac:spMkLst>
        </pc:spChg>
        <pc:spChg chg="add mod">
          <ac:chgData name="Yunlong Jia" userId="6b7af21b-5f2a-4116-95e0-5cdc728d2113" providerId="ADAL" clId="{20112431-383A-DB42-8AD0-0A5B48155A28}" dt="2024-08-14T18:32:55.552" v="854" actId="164"/>
          <ac:spMkLst>
            <pc:docMk/>
            <pc:sldMk cId="2148089238" sldId="431"/>
            <ac:spMk id="11" creationId="{1C1D1B9D-1A03-DC3B-2F02-1EEA68D1F7CA}"/>
          </ac:spMkLst>
        </pc:spChg>
        <pc:spChg chg="add mod">
          <ac:chgData name="Yunlong Jia" userId="6b7af21b-5f2a-4116-95e0-5cdc728d2113" providerId="ADAL" clId="{20112431-383A-DB42-8AD0-0A5B48155A28}" dt="2024-08-14T18:32:55.552" v="854" actId="164"/>
          <ac:spMkLst>
            <pc:docMk/>
            <pc:sldMk cId="2148089238" sldId="431"/>
            <ac:spMk id="12" creationId="{DE33F3CD-3736-FE70-7D86-C7DD8CE375B4}"/>
          </ac:spMkLst>
        </pc:spChg>
        <pc:spChg chg="add mod">
          <ac:chgData name="Yunlong Jia" userId="6b7af21b-5f2a-4116-95e0-5cdc728d2113" providerId="ADAL" clId="{20112431-383A-DB42-8AD0-0A5B48155A28}" dt="2024-08-14T18:32:55.552" v="854" actId="164"/>
          <ac:spMkLst>
            <pc:docMk/>
            <pc:sldMk cId="2148089238" sldId="431"/>
            <ac:spMk id="15" creationId="{03F7334E-66F3-F106-8040-F468BE168138}"/>
          </ac:spMkLst>
        </pc:spChg>
        <pc:spChg chg="add mod">
          <ac:chgData name="Yunlong Jia" userId="6b7af21b-5f2a-4116-95e0-5cdc728d2113" providerId="ADAL" clId="{20112431-383A-DB42-8AD0-0A5B48155A28}" dt="2024-08-14T18:32:55.552" v="854" actId="164"/>
          <ac:spMkLst>
            <pc:docMk/>
            <pc:sldMk cId="2148089238" sldId="431"/>
            <ac:spMk id="16" creationId="{CD5B934A-8710-A80A-489B-34DA650AE675}"/>
          </ac:spMkLst>
        </pc:spChg>
        <pc:grpChg chg="add mod">
          <ac:chgData name="Yunlong Jia" userId="6b7af21b-5f2a-4116-95e0-5cdc728d2113" providerId="ADAL" clId="{20112431-383A-DB42-8AD0-0A5B48155A28}" dt="2024-08-14T18:43:45.497" v="860" actId="14100"/>
          <ac:grpSpMkLst>
            <pc:docMk/>
            <pc:sldMk cId="2148089238" sldId="431"/>
            <ac:grpSpMk id="17" creationId="{37EDC6AC-0385-EE26-CBC3-02B5A95C5540}"/>
          </ac:grpSpMkLst>
        </pc:grpChg>
        <pc:picChg chg="add mod">
          <ac:chgData name="Yunlong Jia" userId="6b7af21b-5f2a-4116-95e0-5cdc728d2113" providerId="ADAL" clId="{20112431-383A-DB42-8AD0-0A5B48155A28}" dt="2024-08-14T00:24:28.755" v="682" actId="1076"/>
          <ac:picMkLst>
            <pc:docMk/>
            <pc:sldMk cId="2148089238" sldId="431"/>
            <ac:picMk id="2" creationId="{45300573-5293-79DA-0A07-B04BE8B95CE8}"/>
          </ac:picMkLst>
        </pc:picChg>
        <pc:picChg chg="add mod">
          <ac:chgData name="Yunlong Jia" userId="6b7af21b-5f2a-4116-95e0-5cdc728d2113" providerId="ADAL" clId="{20112431-383A-DB42-8AD0-0A5B48155A28}" dt="2024-08-14T18:32:55.552" v="854" actId="164"/>
          <ac:picMkLst>
            <pc:docMk/>
            <pc:sldMk cId="2148089238" sldId="431"/>
            <ac:picMk id="3" creationId="{9F80AC96-353E-5E3F-0F59-004A038C6499}"/>
          </ac:picMkLst>
        </pc:picChg>
        <pc:picChg chg="add del mod">
          <ac:chgData name="Yunlong Jia" userId="6b7af21b-5f2a-4116-95e0-5cdc728d2113" providerId="ADAL" clId="{20112431-383A-DB42-8AD0-0A5B48155A28}" dt="2024-08-14T04:31:00.508" v="750" actId="478"/>
          <ac:picMkLst>
            <pc:docMk/>
            <pc:sldMk cId="2148089238" sldId="431"/>
            <ac:picMk id="6" creationId="{6AB6D8AC-5C1A-9F2A-AD2E-542CC04C84F2}"/>
          </ac:picMkLst>
        </pc:picChg>
        <pc:picChg chg="add mod">
          <ac:chgData name="Yunlong Jia" userId="6b7af21b-5f2a-4116-95e0-5cdc728d2113" providerId="ADAL" clId="{20112431-383A-DB42-8AD0-0A5B48155A28}" dt="2024-08-14T18:43:48.028" v="861" actId="1076"/>
          <ac:picMkLst>
            <pc:docMk/>
            <pc:sldMk cId="2148089238" sldId="431"/>
            <ac:picMk id="18" creationId="{AE2962EE-B4A0-0916-ECF2-534597B9EDDC}"/>
          </ac:picMkLst>
        </pc:picChg>
        <pc:cxnChg chg="add del mod">
          <ac:chgData name="Yunlong Jia" userId="6b7af21b-5f2a-4116-95e0-5cdc728d2113" providerId="ADAL" clId="{20112431-383A-DB42-8AD0-0A5B48155A28}" dt="2024-08-14T17:37:15.329" v="802" actId="478"/>
          <ac:cxnSpMkLst>
            <pc:docMk/>
            <pc:sldMk cId="2148089238" sldId="431"/>
            <ac:cxnSpMk id="9" creationId="{3E913B9F-112A-3942-0C87-B35F99CD55A3}"/>
          </ac:cxnSpMkLst>
        </pc:cxnChg>
        <pc:cxnChg chg="add del">
          <ac:chgData name="Yunlong Jia" userId="6b7af21b-5f2a-4116-95e0-5cdc728d2113" providerId="ADAL" clId="{20112431-383A-DB42-8AD0-0A5B48155A28}" dt="2024-08-14T17:40:30.559" v="817" actId="478"/>
          <ac:cxnSpMkLst>
            <pc:docMk/>
            <pc:sldMk cId="2148089238" sldId="431"/>
            <ac:cxnSpMk id="14" creationId="{F511352A-52AD-6118-789C-4132C4AD1430}"/>
          </ac:cxnSpMkLst>
        </pc:cxnChg>
      </pc:sldChg>
      <pc:sldChg chg="addSp modSp new del mod">
        <pc:chgData name="Yunlong Jia" userId="6b7af21b-5f2a-4116-95e0-5cdc728d2113" providerId="ADAL" clId="{20112431-383A-DB42-8AD0-0A5B48155A28}" dt="2024-08-13T23:14:15.968" v="672" actId="2696"/>
        <pc:sldMkLst>
          <pc:docMk/>
          <pc:sldMk cId="3658025909" sldId="431"/>
        </pc:sldMkLst>
        <pc:picChg chg="add mod">
          <ac:chgData name="Yunlong Jia" userId="6b7af21b-5f2a-4116-95e0-5cdc728d2113" providerId="ADAL" clId="{20112431-383A-DB42-8AD0-0A5B48155A28}" dt="2024-08-13T19:45:05.255" v="628" actId="1076"/>
          <ac:picMkLst>
            <pc:docMk/>
            <pc:sldMk cId="3658025909" sldId="431"/>
            <ac:picMk id="2" creationId="{7A770ED4-E895-B3E5-1589-E81AD7772CB3}"/>
          </ac:picMkLst>
        </pc:picChg>
      </pc:sldChg>
      <pc:sldChg chg="addSp modSp new mod">
        <pc:chgData name="Yunlong Jia" userId="6b7af21b-5f2a-4116-95e0-5cdc728d2113" providerId="ADAL" clId="{20112431-383A-DB42-8AD0-0A5B48155A28}" dt="2024-08-14T04:06:24.613" v="734" actId="1440"/>
        <pc:sldMkLst>
          <pc:docMk/>
          <pc:sldMk cId="2432429744" sldId="432"/>
        </pc:sldMkLst>
        <pc:spChg chg="add mod">
          <ac:chgData name="Yunlong Jia" userId="6b7af21b-5f2a-4116-95e0-5cdc728d2113" providerId="ADAL" clId="{20112431-383A-DB42-8AD0-0A5B48155A28}" dt="2024-08-14T03:28:30.022" v="705" actId="20577"/>
          <ac:spMkLst>
            <pc:docMk/>
            <pc:sldMk cId="2432429744" sldId="432"/>
            <ac:spMk id="2" creationId="{897B9DF8-EF75-9BA9-BF77-815EA816B536}"/>
          </ac:spMkLst>
        </pc:spChg>
        <pc:spChg chg="add mod">
          <ac:chgData name="Yunlong Jia" userId="6b7af21b-5f2a-4116-95e0-5cdc728d2113" providerId="ADAL" clId="{20112431-383A-DB42-8AD0-0A5B48155A28}" dt="2024-08-14T04:01:35.115" v="729" actId="207"/>
          <ac:spMkLst>
            <pc:docMk/>
            <pc:sldMk cId="2432429744" sldId="432"/>
            <ac:spMk id="7" creationId="{4AA15AFD-FC02-920F-046E-1437F1B6809D}"/>
          </ac:spMkLst>
        </pc:spChg>
        <pc:picChg chg="add mod">
          <ac:chgData name="Yunlong Jia" userId="6b7af21b-5f2a-4116-95e0-5cdc728d2113" providerId="ADAL" clId="{20112431-383A-DB42-8AD0-0A5B48155A28}" dt="2024-08-14T03:42:30.218" v="717" actId="1076"/>
          <ac:picMkLst>
            <pc:docMk/>
            <pc:sldMk cId="2432429744" sldId="432"/>
            <ac:picMk id="3" creationId="{44F6F1EB-5871-6654-AB70-C5636A3303A3}"/>
          </ac:picMkLst>
        </pc:picChg>
        <pc:picChg chg="add mod">
          <ac:chgData name="Yunlong Jia" userId="6b7af21b-5f2a-4116-95e0-5cdc728d2113" providerId="ADAL" clId="{20112431-383A-DB42-8AD0-0A5B48155A28}" dt="2024-08-14T04:06:24.613" v="734" actId="1440"/>
          <ac:picMkLst>
            <pc:docMk/>
            <pc:sldMk cId="2432429744" sldId="432"/>
            <ac:picMk id="5" creationId="{D7109859-D4FC-E517-AEA4-8BE185328E5C}"/>
          </ac:picMkLst>
        </pc:picChg>
        <pc:picChg chg="add mod">
          <ac:chgData name="Yunlong Jia" userId="6b7af21b-5f2a-4116-95e0-5cdc728d2113" providerId="ADAL" clId="{20112431-383A-DB42-8AD0-0A5B48155A28}" dt="2024-08-14T03:48:01.660" v="724" actId="1076"/>
          <ac:picMkLst>
            <pc:docMk/>
            <pc:sldMk cId="2432429744" sldId="432"/>
            <ac:picMk id="6" creationId="{81EF1401-C55C-CC72-3EAA-800E3B28990F}"/>
          </ac:picMkLst>
        </pc:picChg>
      </pc:sldChg>
      <pc:sldChg chg="addSp delSp modSp new mod">
        <pc:chgData name="Yunlong Jia" userId="6b7af21b-5f2a-4116-95e0-5cdc728d2113" providerId="ADAL" clId="{20112431-383A-DB42-8AD0-0A5B48155A28}" dt="2024-08-14T17:23:56.547" v="799" actId="14100"/>
        <pc:sldMkLst>
          <pc:docMk/>
          <pc:sldMk cId="3072132491" sldId="433"/>
        </pc:sldMkLst>
        <pc:spChg chg="add mod">
          <ac:chgData name="Yunlong Jia" userId="6b7af21b-5f2a-4116-95e0-5cdc728d2113" providerId="ADAL" clId="{20112431-383A-DB42-8AD0-0A5B48155A28}" dt="2024-08-14T04:16:30.573" v="741"/>
          <ac:spMkLst>
            <pc:docMk/>
            <pc:sldMk cId="3072132491" sldId="433"/>
            <ac:spMk id="3" creationId="{6B676D31-840B-22E4-3D1A-389E8545965F}"/>
          </ac:spMkLst>
        </pc:spChg>
        <pc:spChg chg="add mod">
          <ac:chgData name="Yunlong Jia" userId="6b7af21b-5f2a-4116-95e0-5cdc728d2113" providerId="ADAL" clId="{20112431-383A-DB42-8AD0-0A5B48155A28}" dt="2024-08-14T17:21:41.492" v="792" actId="1582"/>
          <ac:spMkLst>
            <pc:docMk/>
            <pc:sldMk cId="3072132491" sldId="433"/>
            <ac:spMk id="11" creationId="{01764576-4E2C-3671-916F-66C3AD470B80}"/>
          </ac:spMkLst>
        </pc:spChg>
        <pc:spChg chg="add mod">
          <ac:chgData name="Yunlong Jia" userId="6b7af21b-5f2a-4116-95e0-5cdc728d2113" providerId="ADAL" clId="{20112431-383A-DB42-8AD0-0A5B48155A28}" dt="2024-08-14T17:23:56.547" v="799" actId="14100"/>
          <ac:spMkLst>
            <pc:docMk/>
            <pc:sldMk cId="3072132491" sldId="433"/>
            <ac:spMk id="13" creationId="{B61878C5-9AAE-D599-84E2-B34DE8B68761}"/>
          </ac:spMkLst>
        </pc:spChg>
        <pc:picChg chg="add del mod">
          <ac:chgData name="Yunlong Jia" userId="6b7af21b-5f2a-4116-95e0-5cdc728d2113" providerId="ADAL" clId="{20112431-383A-DB42-8AD0-0A5B48155A28}" dt="2024-08-14T14:53:30.211" v="755" actId="478"/>
          <ac:picMkLst>
            <pc:docMk/>
            <pc:sldMk cId="3072132491" sldId="433"/>
            <ac:picMk id="2" creationId="{B5746F8B-5B1C-ED52-FF0C-1F111AB24C27}"/>
          </ac:picMkLst>
        </pc:picChg>
        <pc:picChg chg="add del mod">
          <ac:chgData name="Yunlong Jia" userId="6b7af21b-5f2a-4116-95e0-5cdc728d2113" providerId="ADAL" clId="{20112431-383A-DB42-8AD0-0A5B48155A28}" dt="2024-08-14T16:50:18.717" v="782" actId="478"/>
          <ac:picMkLst>
            <pc:docMk/>
            <pc:sldMk cId="3072132491" sldId="433"/>
            <ac:picMk id="4" creationId="{F2AAF59D-0441-0C51-C649-EE3ACF8A32AF}"/>
          </ac:picMkLst>
        </pc:picChg>
        <pc:picChg chg="add del mod">
          <ac:chgData name="Yunlong Jia" userId="6b7af21b-5f2a-4116-95e0-5cdc728d2113" providerId="ADAL" clId="{20112431-383A-DB42-8AD0-0A5B48155A28}" dt="2024-08-14T15:34:33.215" v="763" actId="478"/>
          <ac:picMkLst>
            <pc:docMk/>
            <pc:sldMk cId="3072132491" sldId="433"/>
            <ac:picMk id="5" creationId="{C5F995DF-FF79-3DA9-ACB8-76B704F0EAAD}"/>
          </ac:picMkLst>
        </pc:picChg>
        <pc:picChg chg="add del mod">
          <ac:chgData name="Yunlong Jia" userId="6b7af21b-5f2a-4116-95e0-5cdc728d2113" providerId="ADAL" clId="{20112431-383A-DB42-8AD0-0A5B48155A28}" dt="2024-08-14T17:21:44.129" v="793" actId="478"/>
          <ac:picMkLst>
            <pc:docMk/>
            <pc:sldMk cId="3072132491" sldId="433"/>
            <ac:picMk id="7" creationId="{61C2BB94-CD74-5E59-6FF1-A9327E06D1C4}"/>
          </ac:picMkLst>
        </pc:picChg>
        <pc:picChg chg="add del mod">
          <ac:chgData name="Yunlong Jia" userId="6b7af21b-5f2a-4116-95e0-5cdc728d2113" providerId="ADAL" clId="{20112431-383A-DB42-8AD0-0A5B48155A28}" dt="2024-08-14T16:49:06.877" v="781" actId="478"/>
          <ac:picMkLst>
            <pc:docMk/>
            <pc:sldMk cId="3072132491" sldId="433"/>
            <ac:picMk id="8" creationId="{87693BA9-C848-9A1B-4609-3FEE81FB61C2}"/>
          </ac:picMkLst>
        </pc:picChg>
        <pc:picChg chg="add mod">
          <ac:chgData name="Yunlong Jia" userId="6b7af21b-5f2a-4116-95e0-5cdc728d2113" providerId="ADAL" clId="{20112431-383A-DB42-8AD0-0A5B48155A28}" dt="2024-08-14T17:07:53.671" v="788" actId="1076"/>
          <ac:picMkLst>
            <pc:docMk/>
            <pc:sldMk cId="3072132491" sldId="433"/>
            <ac:picMk id="10" creationId="{5F2979E5-9A74-9377-291E-3D0057BDF53F}"/>
          </ac:picMkLst>
        </pc:picChg>
        <pc:picChg chg="add mod">
          <ac:chgData name="Yunlong Jia" userId="6b7af21b-5f2a-4116-95e0-5cdc728d2113" providerId="ADAL" clId="{20112431-383A-DB42-8AD0-0A5B48155A28}" dt="2024-08-14T17:22:36.814" v="795" actId="1076"/>
          <ac:picMkLst>
            <pc:docMk/>
            <pc:sldMk cId="3072132491" sldId="433"/>
            <ac:picMk id="12" creationId="{FA8255DC-4E6C-2EC5-B176-BC9D7E113A49}"/>
          </ac:picMkLst>
        </pc:picChg>
      </pc:sldChg>
      <pc:sldChg chg="addSp delSp modSp new mod">
        <pc:chgData name="Yunlong Jia" userId="6b7af21b-5f2a-4116-95e0-5cdc728d2113" providerId="ADAL" clId="{20112431-383A-DB42-8AD0-0A5B48155A28}" dt="2024-08-14T21:59:54.633" v="1046" actId="14100"/>
        <pc:sldMkLst>
          <pc:docMk/>
          <pc:sldMk cId="2235568877" sldId="434"/>
        </pc:sldMkLst>
        <pc:spChg chg="add del mod">
          <ac:chgData name="Yunlong Jia" userId="6b7af21b-5f2a-4116-95e0-5cdc728d2113" providerId="ADAL" clId="{20112431-383A-DB42-8AD0-0A5B48155A28}" dt="2024-08-14T19:36:02.959" v="910" actId="478"/>
          <ac:spMkLst>
            <pc:docMk/>
            <pc:sldMk cId="2235568877" sldId="434"/>
            <ac:spMk id="2" creationId="{CAFBFB34-C3F4-9F31-B5CF-A92029975D2C}"/>
          </ac:spMkLst>
        </pc:spChg>
        <pc:spChg chg="mod">
          <ac:chgData name="Yunlong Jia" userId="6b7af21b-5f2a-4116-95e0-5cdc728d2113" providerId="ADAL" clId="{20112431-383A-DB42-8AD0-0A5B48155A28}" dt="2024-08-14T19:36:13.825" v="912"/>
          <ac:spMkLst>
            <pc:docMk/>
            <pc:sldMk cId="2235568877" sldId="434"/>
            <ac:spMk id="6" creationId="{07036388-57D2-61E6-6491-6C2F104F7286}"/>
          </ac:spMkLst>
        </pc:spChg>
        <pc:spChg chg="mod">
          <ac:chgData name="Yunlong Jia" userId="6b7af21b-5f2a-4116-95e0-5cdc728d2113" providerId="ADAL" clId="{20112431-383A-DB42-8AD0-0A5B48155A28}" dt="2024-08-14T19:36:13.825" v="912"/>
          <ac:spMkLst>
            <pc:docMk/>
            <pc:sldMk cId="2235568877" sldId="434"/>
            <ac:spMk id="7" creationId="{BED4EFDD-7451-6388-B6B8-CF16D2F084B8}"/>
          </ac:spMkLst>
        </pc:spChg>
        <pc:spChg chg="add mod">
          <ac:chgData name="Yunlong Jia" userId="6b7af21b-5f2a-4116-95e0-5cdc728d2113" providerId="ADAL" clId="{20112431-383A-DB42-8AD0-0A5B48155A28}" dt="2024-08-14T21:59:54.633" v="1046" actId="14100"/>
          <ac:spMkLst>
            <pc:docMk/>
            <pc:sldMk cId="2235568877" sldId="434"/>
            <ac:spMk id="11" creationId="{AB143DDB-8F00-8AAA-3A3A-EE9B44F85B73}"/>
          </ac:spMkLst>
        </pc:spChg>
        <pc:grpChg chg="add mod">
          <ac:chgData name="Yunlong Jia" userId="6b7af21b-5f2a-4116-95e0-5cdc728d2113" providerId="ADAL" clId="{20112431-383A-DB42-8AD0-0A5B48155A28}" dt="2024-08-14T21:57:54.022" v="963" actId="1076"/>
          <ac:grpSpMkLst>
            <pc:docMk/>
            <pc:sldMk cId="2235568877" sldId="434"/>
            <ac:grpSpMk id="4" creationId="{D0FF0D62-2B1C-D693-4B8E-83A50019E669}"/>
          </ac:grpSpMkLst>
        </pc:grpChg>
        <pc:picChg chg="add mod">
          <ac:chgData name="Yunlong Jia" userId="6b7af21b-5f2a-4116-95e0-5cdc728d2113" providerId="ADAL" clId="{20112431-383A-DB42-8AD0-0A5B48155A28}" dt="2024-08-14T21:57:04.382" v="951" actId="1076"/>
          <ac:picMkLst>
            <pc:docMk/>
            <pc:sldMk cId="2235568877" sldId="434"/>
            <ac:picMk id="3" creationId="{8F5E2079-7B2E-5818-3445-01E6E769F5D8}"/>
          </ac:picMkLst>
        </pc:picChg>
        <pc:picChg chg="mod">
          <ac:chgData name="Yunlong Jia" userId="6b7af21b-5f2a-4116-95e0-5cdc728d2113" providerId="ADAL" clId="{20112431-383A-DB42-8AD0-0A5B48155A28}" dt="2024-08-14T19:36:13.825" v="912"/>
          <ac:picMkLst>
            <pc:docMk/>
            <pc:sldMk cId="2235568877" sldId="434"/>
            <ac:picMk id="5" creationId="{0A0C5745-7136-DD0D-729C-F6EDA6C132B9}"/>
          </ac:picMkLst>
        </pc:picChg>
        <pc:picChg chg="add mod">
          <ac:chgData name="Yunlong Jia" userId="6b7af21b-5f2a-4116-95e0-5cdc728d2113" providerId="ADAL" clId="{20112431-383A-DB42-8AD0-0A5B48155A28}" dt="2024-08-14T21:57:52.385" v="962" actId="1076"/>
          <ac:picMkLst>
            <pc:docMk/>
            <pc:sldMk cId="2235568877" sldId="434"/>
            <ac:picMk id="8" creationId="{9D4DA211-FDB7-ACBD-60B7-3E6C3DA165AE}"/>
          </ac:picMkLst>
        </pc:picChg>
        <pc:picChg chg="add mod">
          <ac:chgData name="Yunlong Jia" userId="6b7af21b-5f2a-4116-95e0-5cdc728d2113" providerId="ADAL" clId="{20112431-383A-DB42-8AD0-0A5B48155A28}" dt="2024-08-14T21:57:34.919" v="961" actId="1036"/>
          <ac:picMkLst>
            <pc:docMk/>
            <pc:sldMk cId="2235568877" sldId="434"/>
            <ac:picMk id="10" creationId="{43DEDE70-8A7B-5D9F-8764-BF4E8B39F1A8}"/>
          </ac:picMkLst>
        </pc:picChg>
      </pc:sldChg>
      <pc:sldChg chg="add del">
        <pc:chgData name="Yunlong Jia" userId="6b7af21b-5f2a-4116-95e0-5cdc728d2113" providerId="ADAL" clId="{20112431-383A-DB42-8AD0-0A5B48155A28}" dt="2024-08-14T15:34:31.702" v="761"/>
        <pc:sldMkLst>
          <pc:docMk/>
          <pc:sldMk cId="3807701292" sldId="434"/>
        </pc:sldMkLst>
      </pc:sldChg>
      <pc:sldChg chg="addSp delSp modSp new mod modNotesTx">
        <pc:chgData name="Yunlong Jia" userId="6b7af21b-5f2a-4116-95e0-5cdc728d2113" providerId="ADAL" clId="{20112431-383A-DB42-8AD0-0A5B48155A28}" dt="2024-08-14T23:43:07.502" v="1502" actId="1076"/>
        <pc:sldMkLst>
          <pc:docMk/>
          <pc:sldMk cId="658037668" sldId="435"/>
        </pc:sldMkLst>
        <pc:spChg chg="del mod">
          <ac:chgData name="Yunlong Jia" userId="6b7af21b-5f2a-4116-95e0-5cdc728d2113" providerId="ADAL" clId="{20112431-383A-DB42-8AD0-0A5B48155A28}" dt="2024-08-14T23:27:30.967" v="1401" actId="478"/>
          <ac:spMkLst>
            <pc:docMk/>
            <pc:sldMk cId="658037668" sldId="435"/>
            <ac:spMk id="5" creationId="{119D3CB3-DBF0-5355-396C-20E7EB93333C}"/>
          </ac:spMkLst>
        </pc:spChg>
        <pc:spChg chg="del mod">
          <ac:chgData name="Yunlong Jia" userId="6b7af21b-5f2a-4116-95e0-5cdc728d2113" providerId="ADAL" clId="{20112431-383A-DB42-8AD0-0A5B48155A28}" dt="2024-08-14T23:03:34.880" v="1184" actId="478"/>
          <ac:spMkLst>
            <pc:docMk/>
            <pc:sldMk cId="658037668" sldId="435"/>
            <ac:spMk id="6" creationId="{BEAEE7BD-FE5C-FE46-3953-E50F982205D1}"/>
          </ac:spMkLst>
        </pc:spChg>
        <pc:spChg chg="add mod">
          <ac:chgData name="Yunlong Jia" userId="6b7af21b-5f2a-4116-95e0-5cdc728d2113" providerId="ADAL" clId="{20112431-383A-DB42-8AD0-0A5B48155A28}" dt="2024-08-14T23:04:45.803" v="1206" actId="164"/>
          <ac:spMkLst>
            <pc:docMk/>
            <pc:sldMk cId="658037668" sldId="435"/>
            <ac:spMk id="9" creationId="{54A4093D-A5F9-C31D-D351-A17288F0CF70}"/>
          </ac:spMkLst>
        </pc:spChg>
        <pc:spChg chg="add mod">
          <ac:chgData name="Yunlong Jia" userId="6b7af21b-5f2a-4116-95e0-5cdc728d2113" providerId="ADAL" clId="{20112431-383A-DB42-8AD0-0A5B48155A28}" dt="2024-08-14T23:04:45.803" v="1206" actId="164"/>
          <ac:spMkLst>
            <pc:docMk/>
            <pc:sldMk cId="658037668" sldId="435"/>
            <ac:spMk id="10" creationId="{9A329044-D7E7-B8A2-E910-5182177F3C32}"/>
          </ac:spMkLst>
        </pc:spChg>
        <pc:spChg chg="add mod">
          <ac:chgData name="Yunlong Jia" userId="6b7af21b-5f2a-4116-95e0-5cdc728d2113" providerId="ADAL" clId="{20112431-383A-DB42-8AD0-0A5B48155A28}" dt="2024-08-14T23:04:45.803" v="1206" actId="164"/>
          <ac:spMkLst>
            <pc:docMk/>
            <pc:sldMk cId="658037668" sldId="435"/>
            <ac:spMk id="11" creationId="{A9958B95-DBD8-3AE8-9212-BEABFAC7AAA3}"/>
          </ac:spMkLst>
        </pc:spChg>
        <pc:spChg chg="add mod">
          <ac:chgData name="Yunlong Jia" userId="6b7af21b-5f2a-4116-95e0-5cdc728d2113" providerId="ADAL" clId="{20112431-383A-DB42-8AD0-0A5B48155A28}" dt="2024-08-14T23:04:45.803" v="1206" actId="164"/>
          <ac:spMkLst>
            <pc:docMk/>
            <pc:sldMk cId="658037668" sldId="435"/>
            <ac:spMk id="12" creationId="{C9413D5B-08ED-D0DF-0CBE-57DEA7A7F81A}"/>
          </ac:spMkLst>
        </pc:spChg>
        <pc:spChg chg="add mod">
          <ac:chgData name="Yunlong Jia" userId="6b7af21b-5f2a-4116-95e0-5cdc728d2113" providerId="ADAL" clId="{20112431-383A-DB42-8AD0-0A5B48155A28}" dt="2024-08-14T23:04:45.803" v="1206" actId="164"/>
          <ac:spMkLst>
            <pc:docMk/>
            <pc:sldMk cId="658037668" sldId="435"/>
            <ac:spMk id="13" creationId="{295427B9-0A7C-B4C6-11F9-D77E5AFE3BAD}"/>
          </ac:spMkLst>
        </pc:spChg>
        <pc:spChg chg="add mod">
          <ac:chgData name="Yunlong Jia" userId="6b7af21b-5f2a-4116-95e0-5cdc728d2113" providerId="ADAL" clId="{20112431-383A-DB42-8AD0-0A5B48155A28}" dt="2024-08-14T23:06:16.426" v="1285" actId="164"/>
          <ac:spMkLst>
            <pc:docMk/>
            <pc:sldMk cId="658037668" sldId="435"/>
            <ac:spMk id="14" creationId="{CCE108FA-56D2-46CD-A34B-F6AF8704B473}"/>
          </ac:spMkLst>
        </pc:spChg>
        <pc:spChg chg="add mod">
          <ac:chgData name="Yunlong Jia" userId="6b7af21b-5f2a-4116-95e0-5cdc728d2113" providerId="ADAL" clId="{20112431-383A-DB42-8AD0-0A5B48155A28}" dt="2024-08-14T23:06:16.426" v="1285" actId="164"/>
          <ac:spMkLst>
            <pc:docMk/>
            <pc:sldMk cId="658037668" sldId="435"/>
            <ac:spMk id="16" creationId="{6B6318B3-5CF2-14DE-2A3B-C8669042A4B0}"/>
          </ac:spMkLst>
        </pc:spChg>
        <pc:spChg chg="add mod">
          <ac:chgData name="Yunlong Jia" userId="6b7af21b-5f2a-4116-95e0-5cdc728d2113" providerId="ADAL" clId="{20112431-383A-DB42-8AD0-0A5B48155A28}" dt="2024-08-14T23:07:24.328" v="1316" actId="1036"/>
          <ac:spMkLst>
            <pc:docMk/>
            <pc:sldMk cId="658037668" sldId="435"/>
            <ac:spMk id="20" creationId="{61A8C342-8774-F80E-7919-11165779B7FE}"/>
          </ac:spMkLst>
        </pc:spChg>
        <pc:spChg chg="add mod">
          <ac:chgData name="Yunlong Jia" userId="6b7af21b-5f2a-4116-95e0-5cdc728d2113" providerId="ADAL" clId="{20112431-383A-DB42-8AD0-0A5B48155A28}" dt="2024-08-14T23:24:19.777" v="1360" actId="20577"/>
          <ac:spMkLst>
            <pc:docMk/>
            <pc:sldMk cId="658037668" sldId="435"/>
            <ac:spMk id="22" creationId="{3770A80D-A6D0-9B25-849C-1ECC5170A210}"/>
          </ac:spMkLst>
        </pc:spChg>
        <pc:grpChg chg="add del mod">
          <ac:chgData name="Yunlong Jia" userId="6b7af21b-5f2a-4116-95e0-5cdc728d2113" providerId="ADAL" clId="{20112431-383A-DB42-8AD0-0A5B48155A28}" dt="2024-08-14T23:27:30.967" v="1401" actId="478"/>
          <ac:grpSpMkLst>
            <pc:docMk/>
            <pc:sldMk cId="658037668" sldId="435"/>
            <ac:grpSpMk id="3" creationId="{3E9214BF-A89B-1989-C629-764A22F49335}"/>
          </ac:grpSpMkLst>
        </pc:grpChg>
        <pc:grpChg chg="add mod">
          <ac:chgData name="Yunlong Jia" userId="6b7af21b-5f2a-4116-95e0-5cdc728d2113" providerId="ADAL" clId="{20112431-383A-DB42-8AD0-0A5B48155A28}" dt="2024-08-14T23:04:30.900" v="1203" actId="164"/>
          <ac:grpSpMkLst>
            <pc:docMk/>
            <pc:sldMk cId="658037668" sldId="435"/>
            <ac:grpSpMk id="17" creationId="{1DE519DC-6E58-8D7C-A9F0-CC3A98C451D1}"/>
          </ac:grpSpMkLst>
        </pc:grpChg>
        <pc:grpChg chg="add mod">
          <ac:chgData name="Yunlong Jia" userId="6b7af21b-5f2a-4116-95e0-5cdc728d2113" providerId="ADAL" clId="{20112431-383A-DB42-8AD0-0A5B48155A28}" dt="2024-08-14T23:43:07.502" v="1502" actId="1076"/>
          <ac:grpSpMkLst>
            <pc:docMk/>
            <pc:sldMk cId="658037668" sldId="435"/>
            <ac:grpSpMk id="18" creationId="{3D6468D5-377C-5BB2-D095-85F7AF28C736}"/>
          </ac:grpSpMkLst>
        </pc:grpChg>
        <pc:grpChg chg="add mod">
          <ac:chgData name="Yunlong Jia" userId="6b7af21b-5f2a-4116-95e0-5cdc728d2113" providerId="ADAL" clId="{20112431-383A-DB42-8AD0-0A5B48155A28}" dt="2024-08-14T23:07:20.197" v="1301" actId="1036"/>
          <ac:grpSpMkLst>
            <pc:docMk/>
            <pc:sldMk cId="658037668" sldId="435"/>
            <ac:grpSpMk id="21" creationId="{1495B837-505A-9315-CD3F-32759EE4DECF}"/>
          </ac:grpSpMkLst>
        </pc:grpChg>
        <pc:picChg chg="add mod">
          <ac:chgData name="Yunlong Jia" userId="6b7af21b-5f2a-4116-95e0-5cdc728d2113" providerId="ADAL" clId="{20112431-383A-DB42-8AD0-0A5B48155A28}" dt="2024-08-14T23:23:11.516" v="1338" actId="1036"/>
          <ac:picMkLst>
            <pc:docMk/>
            <pc:sldMk cId="658037668" sldId="435"/>
            <ac:picMk id="2" creationId="{AFF04CB8-D601-241C-51AC-19B1E8845BA2}"/>
          </ac:picMkLst>
        </pc:picChg>
        <pc:picChg chg="mod">
          <ac:chgData name="Yunlong Jia" userId="6b7af21b-5f2a-4116-95e0-5cdc728d2113" providerId="ADAL" clId="{20112431-383A-DB42-8AD0-0A5B48155A28}" dt="2024-08-14T22:39:15.878" v="1102"/>
          <ac:picMkLst>
            <pc:docMk/>
            <pc:sldMk cId="658037668" sldId="435"/>
            <ac:picMk id="4" creationId="{E52F679E-FC76-ABF9-F0BE-1431D8B34464}"/>
          </ac:picMkLst>
        </pc:picChg>
        <pc:picChg chg="add mod">
          <ac:chgData name="Yunlong Jia" userId="6b7af21b-5f2a-4116-95e0-5cdc728d2113" providerId="ADAL" clId="{20112431-383A-DB42-8AD0-0A5B48155A28}" dt="2024-08-14T23:23:11.516" v="1338" actId="1036"/>
          <ac:picMkLst>
            <pc:docMk/>
            <pc:sldMk cId="658037668" sldId="435"/>
            <ac:picMk id="7" creationId="{8618421E-D800-F89B-59EB-4D31E32DFD6F}"/>
          </ac:picMkLst>
        </pc:picChg>
        <pc:picChg chg="add mod">
          <ac:chgData name="Yunlong Jia" userId="6b7af21b-5f2a-4116-95e0-5cdc728d2113" providerId="ADAL" clId="{20112431-383A-DB42-8AD0-0A5B48155A28}" dt="2024-08-14T23:04:45.803" v="1206" actId="164"/>
          <ac:picMkLst>
            <pc:docMk/>
            <pc:sldMk cId="658037668" sldId="435"/>
            <ac:picMk id="8" creationId="{5DED1691-7065-105F-FE56-EA52368AC816}"/>
          </ac:picMkLst>
        </pc:picChg>
      </pc:sldChg>
      <pc:sldChg chg="addSp delSp modSp new mod">
        <pc:chgData name="Yunlong Jia" userId="6b7af21b-5f2a-4116-95e0-5cdc728d2113" providerId="ADAL" clId="{20112431-383A-DB42-8AD0-0A5B48155A28}" dt="2024-08-14T22:29:15.029" v="1098" actId="1076"/>
        <pc:sldMkLst>
          <pc:docMk/>
          <pc:sldMk cId="3649975958" sldId="436"/>
        </pc:sldMkLst>
        <pc:picChg chg="add del mod">
          <ac:chgData name="Yunlong Jia" userId="6b7af21b-5f2a-4116-95e0-5cdc728d2113" providerId="ADAL" clId="{20112431-383A-DB42-8AD0-0A5B48155A28}" dt="2024-08-14T22:28:30.518" v="1074" actId="478"/>
          <ac:picMkLst>
            <pc:docMk/>
            <pc:sldMk cId="3649975958" sldId="436"/>
            <ac:picMk id="3" creationId="{017997D5-6BF8-94E2-9037-B0B8FF064EB9}"/>
          </ac:picMkLst>
        </pc:picChg>
        <pc:picChg chg="add mod modCrop">
          <ac:chgData name="Yunlong Jia" userId="6b7af21b-5f2a-4116-95e0-5cdc728d2113" providerId="ADAL" clId="{20112431-383A-DB42-8AD0-0A5B48155A28}" dt="2024-08-14T22:29:15.029" v="1098" actId="1076"/>
          <ac:picMkLst>
            <pc:docMk/>
            <pc:sldMk cId="3649975958" sldId="436"/>
            <ac:picMk id="4" creationId="{5F1E2C97-F7DD-4160-3F4F-C6023089CFF4}"/>
          </ac:picMkLst>
        </pc:picChg>
        <pc:picChg chg="add mod modCrop">
          <ac:chgData name="Yunlong Jia" userId="6b7af21b-5f2a-4116-95e0-5cdc728d2113" providerId="ADAL" clId="{20112431-383A-DB42-8AD0-0A5B48155A28}" dt="2024-08-14T22:29:09.211" v="1095" actId="1076"/>
          <ac:picMkLst>
            <pc:docMk/>
            <pc:sldMk cId="3649975958" sldId="436"/>
            <ac:picMk id="6" creationId="{0EAC2820-824F-B2D1-3F30-713D4E2059C0}"/>
          </ac:picMkLst>
        </pc:picChg>
      </pc:sldChg>
      <pc:sldChg chg="addSp delSp modSp new mod modNotesTx">
        <pc:chgData name="Yunlong Jia" userId="6b7af21b-5f2a-4116-95e0-5cdc728d2113" providerId="ADAL" clId="{20112431-383A-DB42-8AD0-0A5B48155A28}" dt="2024-08-15T18:53:03.948" v="2481" actId="1076"/>
        <pc:sldMkLst>
          <pc:docMk/>
          <pc:sldMk cId="2741896515" sldId="437"/>
        </pc:sldMkLst>
        <pc:spChg chg="mod">
          <ac:chgData name="Yunlong Jia" userId="6b7af21b-5f2a-4116-95e0-5cdc728d2113" providerId="ADAL" clId="{20112431-383A-DB42-8AD0-0A5B48155A28}" dt="2024-08-15T00:19:47.177" v="1745"/>
          <ac:spMkLst>
            <pc:docMk/>
            <pc:sldMk cId="2741896515" sldId="437"/>
            <ac:spMk id="6" creationId="{C7CC50D4-551A-31FD-3C41-45D0940ED7D5}"/>
          </ac:spMkLst>
        </pc:spChg>
        <pc:spChg chg="mod">
          <ac:chgData name="Yunlong Jia" userId="6b7af21b-5f2a-4116-95e0-5cdc728d2113" providerId="ADAL" clId="{20112431-383A-DB42-8AD0-0A5B48155A28}" dt="2024-08-15T00:19:47.177" v="1745"/>
          <ac:spMkLst>
            <pc:docMk/>
            <pc:sldMk cId="2741896515" sldId="437"/>
            <ac:spMk id="7" creationId="{5D301837-4BE2-B703-43F0-06B69FD99C19}"/>
          </ac:spMkLst>
        </pc:spChg>
        <pc:spChg chg="mod">
          <ac:chgData name="Yunlong Jia" userId="6b7af21b-5f2a-4116-95e0-5cdc728d2113" providerId="ADAL" clId="{20112431-383A-DB42-8AD0-0A5B48155A28}" dt="2024-08-15T00:19:47.177" v="1745"/>
          <ac:spMkLst>
            <pc:docMk/>
            <pc:sldMk cId="2741896515" sldId="437"/>
            <ac:spMk id="8" creationId="{ABA42265-726B-A92A-9F8D-05E444FEDB02}"/>
          </ac:spMkLst>
        </pc:spChg>
        <pc:spChg chg="mod">
          <ac:chgData name="Yunlong Jia" userId="6b7af21b-5f2a-4116-95e0-5cdc728d2113" providerId="ADAL" clId="{20112431-383A-DB42-8AD0-0A5B48155A28}" dt="2024-08-15T17:17:54.237" v="2275" actId="1076"/>
          <ac:spMkLst>
            <pc:docMk/>
            <pc:sldMk cId="2741896515" sldId="437"/>
            <ac:spMk id="9" creationId="{C6D028E2-4C4F-1A9C-E7D9-D2D98B09D4E8}"/>
          </ac:spMkLst>
        </pc:spChg>
        <pc:spChg chg="mod">
          <ac:chgData name="Yunlong Jia" userId="6b7af21b-5f2a-4116-95e0-5cdc728d2113" providerId="ADAL" clId="{20112431-383A-DB42-8AD0-0A5B48155A28}" dt="2024-08-15T00:19:47.177" v="1745"/>
          <ac:spMkLst>
            <pc:docMk/>
            <pc:sldMk cId="2741896515" sldId="437"/>
            <ac:spMk id="11" creationId="{432DC0C2-AC25-3C65-9C71-D2682E74994B}"/>
          </ac:spMkLst>
        </pc:spChg>
        <pc:spChg chg="mod">
          <ac:chgData name="Yunlong Jia" userId="6b7af21b-5f2a-4116-95e0-5cdc728d2113" providerId="ADAL" clId="{20112431-383A-DB42-8AD0-0A5B48155A28}" dt="2024-08-15T00:19:47.177" v="1745"/>
          <ac:spMkLst>
            <pc:docMk/>
            <pc:sldMk cId="2741896515" sldId="437"/>
            <ac:spMk id="12" creationId="{44911874-3177-6BE8-4CAA-B360457F927F}"/>
          </ac:spMkLst>
        </pc:spChg>
        <pc:spChg chg="add mod">
          <ac:chgData name="Yunlong Jia" userId="6b7af21b-5f2a-4116-95e0-5cdc728d2113" providerId="ADAL" clId="{20112431-383A-DB42-8AD0-0A5B48155A28}" dt="2024-08-15T00:19:59.793" v="1767" actId="20577"/>
          <ac:spMkLst>
            <pc:docMk/>
            <pc:sldMk cId="2741896515" sldId="437"/>
            <ac:spMk id="13" creationId="{5B6DD2F8-8828-FD37-6B26-65FC5E4CC588}"/>
          </ac:spMkLst>
        </pc:spChg>
        <pc:spChg chg="add del mod topLvl">
          <ac:chgData name="Yunlong Jia" userId="6b7af21b-5f2a-4116-95e0-5cdc728d2113" providerId="ADAL" clId="{20112431-383A-DB42-8AD0-0A5B48155A28}" dt="2024-08-15T17:14:02.125" v="2227" actId="1076"/>
          <ac:spMkLst>
            <pc:docMk/>
            <pc:sldMk cId="2741896515" sldId="437"/>
            <ac:spMk id="16" creationId="{83632B5B-818F-BF18-2405-7B5C89CAA13A}"/>
          </ac:spMkLst>
        </pc:spChg>
        <pc:spChg chg="add del mod">
          <ac:chgData name="Yunlong Jia" userId="6b7af21b-5f2a-4116-95e0-5cdc728d2113" providerId="ADAL" clId="{20112431-383A-DB42-8AD0-0A5B48155A28}" dt="2024-08-15T15:21:44.581" v="1813" actId="478"/>
          <ac:spMkLst>
            <pc:docMk/>
            <pc:sldMk cId="2741896515" sldId="437"/>
            <ac:spMk id="17" creationId="{92502F95-D32E-E829-9A4F-8C5018D81FB6}"/>
          </ac:spMkLst>
        </pc:spChg>
        <pc:spChg chg="add del mod topLvl">
          <ac:chgData name="Yunlong Jia" userId="6b7af21b-5f2a-4116-95e0-5cdc728d2113" providerId="ADAL" clId="{20112431-383A-DB42-8AD0-0A5B48155A28}" dt="2024-08-15T17:14:07.622" v="2228" actId="1076"/>
          <ac:spMkLst>
            <pc:docMk/>
            <pc:sldMk cId="2741896515" sldId="437"/>
            <ac:spMk id="18" creationId="{7A555E82-446A-9DD6-34AF-20B6FF11E489}"/>
          </ac:spMkLst>
        </pc:spChg>
        <pc:spChg chg="add del mod topLvl">
          <ac:chgData name="Yunlong Jia" userId="6b7af21b-5f2a-4116-95e0-5cdc728d2113" providerId="ADAL" clId="{20112431-383A-DB42-8AD0-0A5B48155A28}" dt="2024-08-15T17:13:56.955" v="2226" actId="1076"/>
          <ac:spMkLst>
            <pc:docMk/>
            <pc:sldMk cId="2741896515" sldId="437"/>
            <ac:spMk id="19" creationId="{1F6136CF-D037-5697-ED58-1A3F5812395D}"/>
          </ac:spMkLst>
        </pc:spChg>
        <pc:spChg chg="add mod">
          <ac:chgData name="Yunlong Jia" userId="6b7af21b-5f2a-4116-95e0-5cdc728d2113" providerId="ADAL" clId="{20112431-383A-DB42-8AD0-0A5B48155A28}" dt="2024-08-15T18:53:03.948" v="2481" actId="1076"/>
          <ac:spMkLst>
            <pc:docMk/>
            <pc:sldMk cId="2741896515" sldId="437"/>
            <ac:spMk id="23" creationId="{3C9CC9D9-00BE-8B6D-00D9-C36BBF94C1AE}"/>
          </ac:spMkLst>
        </pc:spChg>
        <pc:spChg chg="add mod">
          <ac:chgData name="Yunlong Jia" userId="6b7af21b-5f2a-4116-95e0-5cdc728d2113" providerId="ADAL" clId="{20112431-383A-DB42-8AD0-0A5B48155A28}" dt="2024-08-15T18:08:37.831" v="2321" actId="164"/>
          <ac:spMkLst>
            <pc:docMk/>
            <pc:sldMk cId="2741896515" sldId="437"/>
            <ac:spMk id="24" creationId="{D4CA1E52-32F2-90E8-A373-02A40698D0A0}"/>
          </ac:spMkLst>
        </pc:spChg>
        <pc:spChg chg="add mod">
          <ac:chgData name="Yunlong Jia" userId="6b7af21b-5f2a-4116-95e0-5cdc728d2113" providerId="ADAL" clId="{20112431-383A-DB42-8AD0-0A5B48155A28}" dt="2024-08-15T18:08:37.831" v="2321" actId="164"/>
          <ac:spMkLst>
            <pc:docMk/>
            <pc:sldMk cId="2741896515" sldId="437"/>
            <ac:spMk id="25" creationId="{0475D7C6-7B3E-D143-54CA-42E50644A0DD}"/>
          </ac:spMkLst>
        </pc:spChg>
        <pc:spChg chg="add mod">
          <ac:chgData name="Yunlong Jia" userId="6b7af21b-5f2a-4116-95e0-5cdc728d2113" providerId="ADAL" clId="{20112431-383A-DB42-8AD0-0A5B48155A28}" dt="2024-08-15T18:08:37.831" v="2321" actId="164"/>
          <ac:spMkLst>
            <pc:docMk/>
            <pc:sldMk cId="2741896515" sldId="437"/>
            <ac:spMk id="26" creationId="{C9C2D07D-404C-4157-245B-151CB0370F3C}"/>
          </ac:spMkLst>
        </pc:spChg>
        <pc:spChg chg="add mod">
          <ac:chgData name="Yunlong Jia" userId="6b7af21b-5f2a-4116-95e0-5cdc728d2113" providerId="ADAL" clId="{20112431-383A-DB42-8AD0-0A5B48155A28}" dt="2024-08-15T18:08:37.831" v="2321" actId="164"/>
          <ac:spMkLst>
            <pc:docMk/>
            <pc:sldMk cId="2741896515" sldId="437"/>
            <ac:spMk id="28" creationId="{62213185-E09F-7234-9316-3EC00A053D5D}"/>
          </ac:spMkLst>
        </pc:spChg>
        <pc:spChg chg="add mod">
          <ac:chgData name="Yunlong Jia" userId="6b7af21b-5f2a-4116-95e0-5cdc728d2113" providerId="ADAL" clId="{20112431-383A-DB42-8AD0-0A5B48155A28}" dt="2024-08-15T18:08:37.831" v="2321" actId="164"/>
          <ac:spMkLst>
            <pc:docMk/>
            <pc:sldMk cId="2741896515" sldId="437"/>
            <ac:spMk id="30" creationId="{2A8BD77E-B291-ACC3-F0C8-1FC187CA3F32}"/>
          </ac:spMkLst>
        </pc:spChg>
        <pc:spChg chg="add mod">
          <ac:chgData name="Yunlong Jia" userId="6b7af21b-5f2a-4116-95e0-5cdc728d2113" providerId="ADAL" clId="{20112431-383A-DB42-8AD0-0A5B48155A28}" dt="2024-08-15T18:08:37.831" v="2321" actId="164"/>
          <ac:spMkLst>
            <pc:docMk/>
            <pc:sldMk cId="2741896515" sldId="437"/>
            <ac:spMk id="31" creationId="{3502FE84-455D-13F5-2D7D-3403BD669172}"/>
          </ac:spMkLst>
        </pc:spChg>
        <pc:spChg chg="add mod">
          <ac:chgData name="Yunlong Jia" userId="6b7af21b-5f2a-4116-95e0-5cdc728d2113" providerId="ADAL" clId="{20112431-383A-DB42-8AD0-0A5B48155A28}" dt="2024-08-15T18:08:37.831" v="2321" actId="164"/>
          <ac:spMkLst>
            <pc:docMk/>
            <pc:sldMk cId="2741896515" sldId="437"/>
            <ac:spMk id="36" creationId="{B2D5D145-1133-7BD5-9435-3990B228AF72}"/>
          </ac:spMkLst>
        </pc:spChg>
        <pc:spChg chg="add mod">
          <ac:chgData name="Yunlong Jia" userId="6b7af21b-5f2a-4116-95e0-5cdc728d2113" providerId="ADAL" clId="{20112431-383A-DB42-8AD0-0A5B48155A28}" dt="2024-08-15T18:08:37.831" v="2321" actId="164"/>
          <ac:spMkLst>
            <pc:docMk/>
            <pc:sldMk cId="2741896515" sldId="437"/>
            <ac:spMk id="38" creationId="{68BA4A07-E1CB-C603-5F3E-F0CBCE0AD846}"/>
          </ac:spMkLst>
        </pc:spChg>
        <pc:grpChg chg="add mod">
          <ac:chgData name="Yunlong Jia" userId="6b7af21b-5f2a-4116-95e0-5cdc728d2113" providerId="ADAL" clId="{20112431-383A-DB42-8AD0-0A5B48155A28}" dt="2024-08-15T18:08:37.831" v="2321" actId="164"/>
          <ac:grpSpMkLst>
            <pc:docMk/>
            <pc:sldMk cId="2741896515" sldId="437"/>
            <ac:grpSpMk id="4" creationId="{34D2E7AD-A1CE-2275-B3E8-FBFBC57C7906}"/>
          </ac:grpSpMkLst>
        </pc:grpChg>
        <pc:grpChg chg="mod">
          <ac:chgData name="Yunlong Jia" userId="6b7af21b-5f2a-4116-95e0-5cdc728d2113" providerId="ADAL" clId="{20112431-383A-DB42-8AD0-0A5B48155A28}" dt="2024-08-15T00:19:47.177" v="1745"/>
          <ac:grpSpMkLst>
            <pc:docMk/>
            <pc:sldMk cId="2741896515" sldId="437"/>
            <ac:grpSpMk id="5" creationId="{257FD23A-FE31-8284-4558-F421EEE1FD1D}"/>
          </ac:grpSpMkLst>
        </pc:grpChg>
        <pc:grpChg chg="add del mod">
          <ac:chgData name="Yunlong Jia" userId="6b7af21b-5f2a-4116-95e0-5cdc728d2113" providerId="ADAL" clId="{20112431-383A-DB42-8AD0-0A5B48155A28}" dt="2024-08-15T15:25:18.548" v="1819" actId="165"/>
          <ac:grpSpMkLst>
            <pc:docMk/>
            <pc:sldMk cId="2741896515" sldId="437"/>
            <ac:grpSpMk id="20" creationId="{AAFCB09D-EAB5-AFBB-D46B-813A7282273D}"/>
          </ac:grpSpMkLst>
        </pc:grpChg>
        <pc:grpChg chg="add del mod">
          <ac:chgData name="Yunlong Jia" userId="6b7af21b-5f2a-4116-95e0-5cdc728d2113" providerId="ADAL" clId="{20112431-383A-DB42-8AD0-0A5B48155A28}" dt="2024-08-15T17:13:17.996" v="2194" actId="165"/>
          <ac:grpSpMkLst>
            <pc:docMk/>
            <pc:sldMk cId="2741896515" sldId="437"/>
            <ac:grpSpMk id="22" creationId="{BDC787B5-0DAE-28D4-22BD-4852CD1C31AC}"/>
          </ac:grpSpMkLst>
        </pc:grpChg>
        <pc:grpChg chg="add mod">
          <ac:chgData name="Yunlong Jia" userId="6b7af21b-5f2a-4116-95e0-5cdc728d2113" providerId="ADAL" clId="{20112431-383A-DB42-8AD0-0A5B48155A28}" dt="2024-08-15T18:08:37.831" v="2321" actId="164"/>
          <ac:grpSpMkLst>
            <pc:docMk/>
            <pc:sldMk cId="2741896515" sldId="437"/>
            <ac:grpSpMk id="41" creationId="{FD416E73-6541-997D-CDAC-F93A51ABE2E0}"/>
          </ac:grpSpMkLst>
        </pc:grpChg>
        <pc:picChg chg="add del mod">
          <ac:chgData name="Yunlong Jia" userId="6b7af21b-5f2a-4116-95e0-5cdc728d2113" providerId="ADAL" clId="{20112431-383A-DB42-8AD0-0A5B48155A28}" dt="2024-08-15T17:09:29.174" v="2180" actId="478"/>
          <ac:picMkLst>
            <pc:docMk/>
            <pc:sldMk cId="2741896515" sldId="437"/>
            <ac:picMk id="2" creationId="{1A9581B6-56FB-6070-3681-D509A8A65922}"/>
          </ac:picMkLst>
        </pc:picChg>
        <pc:picChg chg="add del mod">
          <ac:chgData name="Yunlong Jia" userId="6b7af21b-5f2a-4116-95e0-5cdc728d2113" providerId="ADAL" clId="{20112431-383A-DB42-8AD0-0A5B48155A28}" dt="2024-08-15T17:10:33.912" v="2184" actId="478"/>
          <ac:picMkLst>
            <pc:docMk/>
            <pc:sldMk cId="2741896515" sldId="437"/>
            <ac:picMk id="3" creationId="{C2C2D8B1-9771-3531-9354-63B8CDF1A93F}"/>
          </ac:picMkLst>
        </pc:picChg>
        <pc:picChg chg="mod">
          <ac:chgData name="Yunlong Jia" userId="6b7af21b-5f2a-4116-95e0-5cdc728d2113" providerId="ADAL" clId="{20112431-383A-DB42-8AD0-0A5B48155A28}" dt="2024-08-15T00:19:47.177" v="1745"/>
          <ac:picMkLst>
            <pc:docMk/>
            <pc:sldMk cId="2741896515" sldId="437"/>
            <ac:picMk id="10" creationId="{299A920B-BA53-9802-8FAE-503D162B7D92}"/>
          </ac:picMkLst>
        </pc:picChg>
        <pc:picChg chg="add del mod topLvl">
          <ac:chgData name="Yunlong Jia" userId="6b7af21b-5f2a-4116-95e0-5cdc728d2113" providerId="ADAL" clId="{20112431-383A-DB42-8AD0-0A5B48155A28}" dt="2024-08-15T17:13:37.344" v="2202" actId="478"/>
          <ac:picMkLst>
            <pc:docMk/>
            <pc:sldMk cId="2741896515" sldId="437"/>
            <ac:picMk id="15" creationId="{D07D7DCC-FC1B-1C29-CBD4-6005B956EFB2}"/>
          </ac:picMkLst>
        </pc:picChg>
        <pc:picChg chg="add del mod">
          <ac:chgData name="Yunlong Jia" userId="6b7af21b-5f2a-4116-95e0-5cdc728d2113" providerId="ADAL" clId="{20112431-383A-DB42-8AD0-0A5B48155A28}" dt="2024-08-15T15:24:24.308" v="1817" actId="478"/>
          <ac:picMkLst>
            <pc:docMk/>
            <pc:sldMk cId="2741896515" sldId="437"/>
            <ac:picMk id="21" creationId="{3613D67E-BB81-68E4-3327-A0205E4FBED6}"/>
          </ac:picMkLst>
        </pc:picChg>
        <pc:picChg chg="add mod">
          <ac:chgData name="Yunlong Jia" userId="6b7af21b-5f2a-4116-95e0-5cdc728d2113" providerId="ADAL" clId="{20112431-383A-DB42-8AD0-0A5B48155A28}" dt="2024-08-15T17:09:33.097" v="2182" actId="1076"/>
          <ac:picMkLst>
            <pc:docMk/>
            <pc:sldMk cId="2741896515" sldId="437"/>
            <ac:picMk id="32" creationId="{B01E7D59-BA59-5A63-8BED-80684DE71DC9}"/>
          </ac:picMkLst>
        </pc:picChg>
        <pc:picChg chg="add mod">
          <ac:chgData name="Yunlong Jia" userId="6b7af21b-5f2a-4116-95e0-5cdc728d2113" providerId="ADAL" clId="{20112431-383A-DB42-8AD0-0A5B48155A28}" dt="2024-08-15T17:10:39.530" v="2187" actId="1440"/>
          <ac:picMkLst>
            <pc:docMk/>
            <pc:sldMk cId="2741896515" sldId="437"/>
            <ac:picMk id="33" creationId="{CC79352B-3EA5-1608-5FC9-CBFFFB053427}"/>
          </ac:picMkLst>
        </pc:picChg>
        <pc:picChg chg="add mod">
          <ac:chgData name="Yunlong Jia" userId="6b7af21b-5f2a-4116-95e0-5cdc728d2113" providerId="ADAL" clId="{20112431-383A-DB42-8AD0-0A5B48155A28}" dt="2024-08-15T17:13:51.363" v="2225" actId="1076"/>
          <ac:picMkLst>
            <pc:docMk/>
            <pc:sldMk cId="2741896515" sldId="437"/>
            <ac:picMk id="35" creationId="{4C2F4D36-B332-2BE2-69FA-2DA8CF28BBC7}"/>
          </ac:picMkLst>
        </pc:picChg>
        <pc:cxnChg chg="add mod">
          <ac:chgData name="Yunlong Jia" userId="6b7af21b-5f2a-4116-95e0-5cdc728d2113" providerId="ADAL" clId="{20112431-383A-DB42-8AD0-0A5B48155A28}" dt="2024-08-15T18:08:37.831" v="2321" actId="164"/>
          <ac:cxnSpMkLst>
            <pc:docMk/>
            <pc:sldMk cId="2741896515" sldId="437"/>
            <ac:cxnSpMk id="40" creationId="{45C6D629-2BC6-ED48-D6CB-2D718F2F8F42}"/>
          </ac:cxnSpMkLst>
        </pc:cxnChg>
      </pc:sldChg>
      <pc:sldChg chg="new del">
        <pc:chgData name="Yunlong Jia" userId="6b7af21b-5f2a-4116-95e0-5cdc728d2113" providerId="ADAL" clId="{20112431-383A-DB42-8AD0-0A5B48155A28}" dt="2024-08-14T23:24:02.401" v="1341" actId="2696"/>
        <pc:sldMkLst>
          <pc:docMk/>
          <pc:sldMk cId="3983500071" sldId="437"/>
        </pc:sldMkLst>
      </pc:sldChg>
      <pc:sldChg chg="addSp modSp new mod">
        <pc:chgData name="Yunlong Jia" userId="6b7af21b-5f2a-4116-95e0-5cdc728d2113" providerId="ADAL" clId="{20112431-383A-DB42-8AD0-0A5B48155A28}" dt="2024-08-15T18:52:30.703" v="2456" actId="1076"/>
        <pc:sldMkLst>
          <pc:docMk/>
          <pc:sldMk cId="1215112841" sldId="438"/>
        </pc:sldMkLst>
        <pc:spChg chg="add mod">
          <ac:chgData name="Yunlong Jia" userId="6b7af21b-5f2a-4116-95e0-5cdc728d2113" providerId="ADAL" clId="{20112431-383A-DB42-8AD0-0A5B48155A28}" dt="2024-08-15T18:52:30.703" v="2456" actId="1076"/>
          <ac:spMkLst>
            <pc:docMk/>
            <pc:sldMk cId="1215112841" sldId="438"/>
            <ac:spMk id="2" creationId="{603D8E7E-1276-9773-D011-8E107C0B10B3}"/>
          </ac:spMkLst>
        </pc:spChg>
        <pc:spChg chg="add mod">
          <ac:chgData name="Yunlong Jia" userId="6b7af21b-5f2a-4116-95e0-5cdc728d2113" providerId="ADAL" clId="{20112431-383A-DB42-8AD0-0A5B48155A28}" dt="2024-08-15T18:08:42.850" v="2323"/>
          <ac:spMkLst>
            <pc:docMk/>
            <pc:sldMk cId="1215112841" sldId="438"/>
            <ac:spMk id="6" creationId="{D4CA1E52-32F2-90E8-A373-02A40698D0A0}"/>
          </ac:spMkLst>
        </pc:spChg>
        <pc:spChg chg="add mod">
          <ac:chgData name="Yunlong Jia" userId="6b7af21b-5f2a-4116-95e0-5cdc728d2113" providerId="ADAL" clId="{20112431-383A-DB42-8AD0-0A5B48155A28}" dt="2024-08-15T18:08:42.850" v="2323"/>
          <ac:spMkLst>
            <pc:docMk/>
            <pc:sldMk cId="1215112841" sldId="438"/>
            <ac:spMk id="7" creationId="{0475D7C6-7B3E-D143-54CA-42E50644A0DD}"/>
          </ac:spMkLst>
        </pc:spChg>
        <pc:spChg chg="add mod">
          <ac:chgData name="Yunlong Jia" userId="6b7af21b-5f2a-4116-95e0-5cdc728d2113" providerId="ADAL" clId="{20112431-383A-DB42-8AD0-0A5B48155A28}" dt="2024-08-15T18:08:42.850" v="2323"/>
          <ac:spMkLst>
            <pc:docMk/>
            <pc:sldMk cId="1215112841" sldId="438"/>
            <ac:spMk id="8" creationId="{C9C2D07D-404C-4157-245B-151CB0370F3C}"/>
          </ac:spMkLst>
        </pc:spChg>
        <pc:spChg chg="add mod">
          <ac:chgData name="Yunlong Jia" userId="6b7af21b-5f2a-4116-95e0-5cdc728d2113" providerId="ADAL" clId="{20112431-383A-DB42-8AD0-0A5B48155A28}" dt="2024-08-15T18:08:42.850" v="2323"/>
          <ac:spMkLst>
            <pc:docMk/>
            <pc:sldMk cId="1215112841" sldId="438"/>
            <ac:spMk id="9" creationId="{62213185-E09F-7234-9316-3EC00A053D5D}"/>
          </ac:spMkLst>
        </pc:spChg>
        <pc:spChg chg="add mod">
          <ac:chgData name="Yunlong Jia" userId="6b7af21b-5f2a-4116-95e0-5cdc728d2113" providerId="ADAL" clId="{20112431-383A-DB42-8AD0-0A5B48155A28}" dt="2024-08-15T18:08:42.850" v="2323"/>
          <ac:spMkLst>
            <pc:docMk/>
            <pc:sldMk cId="1215112841" sldId="438"/>
            <ac:spMk id="10" creationId="{2A8BD77E-B291-ACC3-F0C8-1FC187CA3F32}"/>
          </ac:spMkLst>
        </pc:spChg>
        <pc:spChg chg="add mod">
          <ac:chgData name="Yunlong Jia" userId="6b7af21b-5f2a-4116-95e0-5cdc728d2113" providerId="ADAL" clId="{20112431-383A-DB42-8AD0-0A5B48155A28}" dt="2024-08-15T18:08:42.850" v="2323"/>
          <ac:spMkLst>
            <pc:docMk/>
            <pc:sldMk cId="1215112841" sldId="438"/>
            <ac:spMk id="11" creationId="{3502FE84-455D-13F5-2D7D-3403BD669172}"/>
          </ac:spMkLst>
        </pc:spChg>
        <pc:spChg chg="add mod">
          <ac:chgData name="Yunlong Jia" userId="6b7af21b-5f2a-4116-95e0-5cdc728d2113" providerId="ADAL" clId="{20112431-383A-DB42-8AD0-0A5B48155A28}" dt="2024-08-15T18:08:42.850" v="2323"/>
          <ac:spMkLst>
            <pc:docMk/>
            <pc:sldMk cId="1215112841" sldId="438"/>
            <ac:spMk id="12" creationId="{B2D5D145-1133-7BD5-9435-3990B228AF72}"/>
          </ac:spMkLst>
        </pc:spChg>
        <pc:spChg chg="add mod">
          <ac:chgData name="Yunlong Jia" userId="6b7af21b-5f2a-4116-95e0-5cdc728d2113" providerId="ADAL" clId="{20112431-383A-DB42-8AD0-0A5B48155A28}" dt="2024-08-15T18:08:42.850" v="2323"/>
          <ac:spMkLst>
            <pc:docMk/>
            <pc:sldMk cId="1215112841" sldId="438"/>
            <ac:spMk id="13" creationId="{68BA4A07-E1CB-C603-5F3E-F0CBCE0AD846}"/>
          </ac:spMkLst>
        </pc:spChg>
        <pc:spChg chg="add mod">
          <ac:chgData name="Yunlong Jia" userId="6b7af21b-5f2a-4116-95e0-5cdc728d2113" providerId="ADAL" clId="{20112431-383A-DB42-8AD0-0A5B48155A28}" dt="2024-08-15T18:08:42.850" v="2323"/>
          <ac:spMkLst>
            <pc:docMk/>
            <pc:sldMk cId="1215112841" sldId="438"/>
            <ac:spMk id="16" creationId="{C7CC50D4-551A-31FD-3C41-45D0940ED7D5}"/>
          </ac:spMkLst>
        </pc:spChg>
        <pc:spChg chg="add mod">
          <ac:chgData name="Yunlong Jia" userId="6b7af21b-5f2a-4116-95e0-5cdc728d2113" providerId="ADAL" clId="{20112431-383A-DB42-8AD0-0A5B48155A28}" dt="2024-08-15T18:08:42.850" v="2323"/>
          <ac:spMkLst>
            <pc:docMk/>
            <pc:sldMk cId="1215112841" sldId="438"/>
            <ac:spMk id="17" creationId="{5D301837-4BE2-B703-43F0-06B69FD99C19}"/>
          </ac:spMkLst>
        </pc:spChg>
        <pc:spChg chg="add mod">
          <ac:chgData name="Yunlong Jia" userId="6b7af21b-5f2a-4116-95e0-5cdc728d2113" providerId="ADAL" clId="{20112431-383A-DB42-8AD0-0A5B48155A28}" dt="2024-08-15T18:08:42.850" v="2323"/>
          <ac:spMkLst>
            <pc:docMk/>
            <pc:sldMk cId="1215112841" sldId="438"/>
            <ac:spMk id="18" creationId="{ABA42265-726B-A92A-9F8D-05E444FEDB02}"/>
          </ac:spMkLst>
        </pc:spChg>
        <pc:spChg chg="add mod">
          <ac:chgData name="Yunlong Jia" userId="6b7af21b-5f2a-4116-95e0-5cdc728d2113" providerId="ADAL" clId="{20112431-383A-DB42-8AD0-0A5B48155A28}" dt="2024-08-15T18:08:42.850" v="2323"/>
          <ac:spMkLst>
            <pc:docMk/>
            <pc:sldMk cId="1215112841" sldId="438"/>
            <ac:spMk id="19" creationId="{C6D028E2-4C4F-1A9C-E7D9-D2D98B09D4E8}"/>
          </ac:spMkLst>
        </pc:spChg>
        <pc:spChg chg="add mod">
          <ac:chgData name="Yunlong Jia" userId="6b7af21b-5f2a-4116-95e0-5cdc728d2113" providerId="ADAL" clId="{20112431-383A-DB42-8AD0-0A5B48155A28}" dt="2024-08-15T18:08:42.850" v="2323"/>
          <ac:spMkLst>
            <pc:docMk/>
            <pc:sldMk cId="1215112841" sldId="438"/>
            <ac:spMk id="21" creationId="{432DC0C2-AC25-3C65-9C71-D2682E74994B}"/>
          </ac:spMkLst>
        </pc:spChg>
        <pc:spChg chg="add mod">
          <ac:chgData name="Yunlong Jia" userId="6b7af21b-5f2a-4116-95e0-5cdc728d2113" providerId="ADAL" clId="{20112431-383A-DB42-8AD0-0A5B48155A28}" dt="2024-08-15T18:08:42.850" v="2323"/>
          <ac:spMkLst>
            <pc:docMk/>
            <pc:sldMk cId="1215112841" sldId="438"/>
            <ac:spMk id="22" creationId="{44911874-3177-6BE8-4CAA-B360457F927F}"/>
          </ac:spMkLst>
        </pc:spChg>
        <pc:spChg chg="add mod">
          <ac:chgData name="Yunlong Jia" userId="6b7af21b-5f2a-4116-95e0-5cdc728d2113" providerId="ADAL" clId="{20112431-383A-DB42-8AD0-0A5B48155A28}" dt="2024-08-15T18:37:16.830" v="2445" actId="20577"/>
          <ac:spMkLst>
            <pc:docMk/>
            <pc:sldMk cId="1215112841" sldId="438"/>
            <ac:spMk id="25" creationId="{4A015415-29E1-EEF7-5ABE-FA898B283236}"/>
          </ac:spMkLst>
        </pc:spChg>
        <pc:spChg chg="add mod">
          <ac:chgData name="Yunlong Jia" userId="6b7af21b-5f2a-4116-95e0-5cdc728d2113" providerId="ADAL" clId="{20112431-383A-DB42-8AD0-0A5B48155A28}" dt="2024-08-15T18:52:21.665" v="2453" actId="164"/>
          <ac:spMkLst>
            <pc:docMk/>
            <pc:sldMk cId="1215112841" sldId="438"/>
            <ac:spMk id="28" creationId="{14DF45DE-8ED3-EA6A-ABC3-0B0378D72DF3}"/>
          </ac:spMkLst>
        </pc:spChg>
        <pc:spChg chg="add mod">
          <ac:chgData name="Yunlong Jia" userId="6b7af21b-5f2a-4116-95e0-5cdc728d2113" providerId="ADAL" clId="{20112431-383A-DB42-8AD0-0A5B48155A28}" dt="2024-08-15T18:52:21.665" v="2453" actId="164"/>
          <ac:spMkLst>
            <pc:docMk/>
            <pc:sldMk cId="1215112841" sldId="438"/>
            <ac:spMk id="29" creationId="{D6510577-5F6A-6CB4-7E08-A88FA028D751}"/>
          </ac:spMkLst>
        </pc:spChg>
        <pc:grpChg chg="add mod">
          <ac:chgData name="Yunlong Jia" userId="6b7af21b-5f2a-4116-95e0-5cdc728d2113" providerId="ADAL" clId="{20112431-383A-DB42-8AD0-0A5B48155A28}" dt="2024-08-15T18:52:21.665" v="2453" actId="164"/>
          <ac:grpSpMkLst>
            <pc:docMk/>
            <pc:sldMk cId="1215112841" sldId="438"/>
            <ac:grpSpMk id="4" creationId="{FD416E73-6541-997D-CDAC-F93A51ABE2E0}"/>
          </ac:grpSpMkLst>
        </pc:grpChg>
        <pc:grpChg chg="add mod">
          <ac:chgData name="Yunlong Jia" userId="6b7af21b-5f2a-4116-95e0-5cdc728d2113" providerId="ADAL" clId="{20112431-383A-DB42-8AD0-0A5B48155A28}" dt="2024-08-15T18:08:42.850" v="2323"/>
          <ac:grpSpMkLst>
            <pc:docMk/>
            <pc:sldMk cId="1215112841" sldId="438"/>
            <ac:grpSpMk id="5" creationId="{34D2E7AD-A1CE-2275-B3E8-FBFBC57C7906}"/>
          </ac:grpSpMkLst>
        </pc:grpChg>
        <pc:grpChg chg="add mod">
          <ac:chgData name="Yunlong Jia" userId="6b7af21b-5f2a-4116-95e0-5cdc728d2113" providerId="ADAL" clId="{20112431-383A-DB42-8AD0-0A5B48155A28}" dt="2024-08-15T18:08:42.850" v="2323"/>
          <ac:grpSpMkLst>
            <pc:docMk/>
            <pc:sldMk cId="1215112841" sldId="438"/>
            <ac:grpSpMk id="15" creationId="{257FD23A-FE31-8284-4558-F421EEE1FD1D}"/>
          </ac:grpSpMkLst>
        </pc:grpChg>
        <pc:grpChg chg="add mod">
          <ac:chgData name="Yunlong Jia" userId="6b7af21b-5f2a-4116-95e0-5cdc728d2113" providerId="ADAL" clId="{20112431-383A-DB42-8AD0-0A5B48155A28}" dt="2024-08-15T18:52:21.665" v="2453" actId="164"/>
          <ac:grpSpMkLst>
            <pc:docMk/>
            <pc:sldMk cId="1215112841" sldId="438"/>
            <ac:grpSpMk id="30" creationId="{87196D98-867A-64D3-6916-499D37F31AD2}"/>
          </ac:grpSpMkLst>
        </pc:grpChg>
        <pc:picChg chg="add mod">
          <ac:chgData name="Yunlong Jia" userId="6b7af21b-5f2a-4116-95e0-5cdc728d2113" providerId="ADAL" clId="{20112431-383A-DB42-8AD0-0A5B48155A28}" dt="2024-08-15T18:35:49.613" v="2417" actId="1076"/>
          <ac:picMkLst>
            <pc:docMk/>
            <pc:sldMk cId="1215112841" sldId="438"/>
            <ac:picMk id="3" creationId="{6811C69E-B6CE-26C7-04A2-9BC1C0B4A78E}"/>
          </ac:picMkLst>
        </pc:picChg>
        <pc:picChg chg="add mod">
          <ac:chgData name="Yunlong Jia" userId="6b7af21b-5f2a-4116-95e0-5cdc728d2113" providerId="ADAL" clId="{20112431-383A-DB42-8AD0-0A5B48155A28}" dt="2024-08-15T18:08:42.850" v="2323"/>
          <ac:picMkLst>
            <pc:docMk/>
            <pc:sldMk cId="1215112841" sldId="438"/>
            <ac:picMk id="20" creationId="{299A920B-BA53-9802-8FAE-503D162B7D92}"/>
          </ac:picMkLst>
        </pc:picChg>
        <pc:picChg chg="add mod">
          <ac:chgData name="Yunlong Jia" userId="6b7af21b-5f2a-4116-95e0-5cdc728d2113" providerId="ADAL" clId="{20112431-383A-DB42-8AD0-0A5B48155A28}" dt="2024-08-15T18:35:49.613" v="2417" actId="1076"/>
          <ac:picMkLst>
            <pc:docMk/>
            <pc:sldMk cId="1215112841" sldId="438"/>
            <ac:picMk id="23" creationId="{DE067E31-ECA8-E8EC-7937-482FEBBC9E7B}"/>
          </ac:picMkLst>
        </pc:picChg>
        <pc:picChg chg="add mod">
          <ac:chgData name="Yunlong Jia" userId="6b7af21b-5f2a-4116-95e0-5cdc728d2113" providerId="ADAL" clId="{20112431-383A-DB42-8AD0-0A5B48155A28}" dt="2024-08-15T18:35:42.868" v="2416" actId="1440"/>
          <ac:picMkLst>
            <pc:docMk/>
            <pc:sldMk cId="1215112841" sldId="438"/>
            <ac:picMk id="26" creationId="{FC96DA68-8EBA-E1AA-6FF4-8FF415430428}"/>
          </ac:picMkLst>
        </pc:picChg>
        <pc:picChg chg="add mod">
          <ac:chgData name="Yunlong Jia" userId="6b7af21b-5f2a-4116-95e0-5cdc728d2113" providerId="ADAL" clId="{20112431-383A-DB42-8AD0-0A5B48155A28}" dt="2024-08-15T18:35:38.806" v="2415" actId="1035"/>
          <ac:picMkLst>
            <pc:docMk/>
            <pc:sldMk cId="1215112841" sldId="438"/>
            <ac:picMk id="27" creationId="{C86AD780-0A1C-CCA6-9567-51C3589908BA}"/>
          </ac:picMkLst>
        </pc:picChg>
        <pc:cxnChg chg="add mod">
          <ac:chgData name="Yunlong Jia" userId="6b7af21b-5f2a-4116-95e0-5cdc728d2113" providerId="ADAL" clId="{20112431-383A-DB42-8AD0-0A5B48155A28}" dt="2024-08-15T18:08:42.850" v="2323"/>
          <ac:cxnSpMkLst>
            <pc:docMk/>
            <pc:sldMk cId="1215112841" sldId="438"/>
            <ac:cxnSpMk id="14" creationId="{45C6D629-2BC6-ED48-D6CB-2D718F2F8F42}"/>
          </ac:cxnSpMkLst>
        </pc:cxnChg>
      </pc:sldChg>
      <pc:sldChg chg="addSp modSp new mod modNotesTx">
        <pc:chgData name="Yunlong Jia" userId="6b7af21b-5f2a-4116-95e0-5cdc728d2113" providerId="ADAL" clId="{20112431-383A-DB42-8AD0-0A5B48155A28}" dt="2024-08-15T22:17:14.789" v="2720" actId="1076"/>
        <pc:sldMkLst>
          <pc:docMk/>
          <pc:sldMk cId="2079868611" sldId="439"/>
        </pc:sldMkLst>
        <pc:spChg chg="mod">
          <ac:chgData name="Yunlong Jia" userId="6b7af21b-5f2a-4116-95e0-5cdc728d2113" providerId="ADAL" clId="{20112431-383A-DB42-8AD0-0A5B48155A28}" dt="2024-08-15T18:52:24.648" v="2454"/>
          <ac:spMkLst>
            <pc:docMk/>
            <pc:sldMk cId="2079868611" sldId="439"/>
            <ac:spMk id="4" creationId="{0D3B1BC2-A5C9-7EAE-B3C2-3257B3CC9D74}"/>
          </ac:spMkLst>
        </pc:spChg>
        <pc:spChg chg="mod">
          <ac:chgData name="Yunlong Jia" userId="6b7af21b-5f2a-4116-95e0-5cdc728d2113" providerId="ADAL" clId="{20112431-383A-DB42-8AD0-0A5B48155A28}" dt="2024-08-15T18:52:24.648" v="2454"/>
          <ac:spMkLst>
            <pc:docMk/>
            <pc:sldMk cId="2079868611" sldId="439"/>
            <ac:spMk id="5" creationId="{D1634A8A-E43D-B69F-5335-D854FA381B1F}"/>
          </ac:spMkLst>
        </pc:spChg>
        <pc:spChg chg="mod">
          <ac:chgData name="Yunlong Jia" userId="6b7af21b-5f2a-4116-95e0-5cdc728d2113" providerId="ADAL" clId="{20112431-383A-DB42-8AD0-0A5B48155A28}" dt="2024-08-15T18:52:24.648" v="2454"/>
          <ac:spMkLst>
            <pc:docMk/>
            <pc:sldMk cId="2079868611" sldId="439"/>
            <ac:spMk id="7" creationId="{7ACAED43-C352-AEA3-AF7B-0D3B261C93C0}"/>
          </ac:spMkLst>
        </pc:spChg>
        <pc:spChg chg="mod">
          <ac:chgData name="Yunlong Jia" userId="6b7af21b-5f2a-4116-95e0-5cdc728d2113" providerId="ADAL" clId="{20112431-383A-DB42-8AD0-0A5B48155A28}" dt="2024-08-15T18:52:24.648" v="2454"/>
          <ac:spMkLst>
            <pc:docMk/>
            <pc:sldMk cId="2079868611" sldId="439"/>
            <ac:spMk id="8" creationId="{AFEC33A9-99A5-2918-2645-4554D448FADD}"/>
          </ac:spMkLst>
        </pc:spChg>
        <pc:spChg chg="mod">
          <ac:chgData name="Yunlong Jia" userId="6b7af21b-5f2a-4116-95e0-5cdc728d2113" providerId="ADAL" clId="{20112431-383A-DB42-8AD0-0A5B48155A28}" dt="2024-08-15T18:52:24.648" v="2454"/>
          <ac:spMkLst>
            <pc:docMk/>
            <pc:sldMk cId="2079868611" sldId="439"/>
            <ac:spMk id="9" creationId="{E3377B16-93A4-3A76-9DD1-6BC98CDCDAA0}"/>
          </ac:spMkLst>
        </pc:spChg>
        <pc:spChg chg="mod">
          <ac:chgData name="Yunlong Jia" userId="6b7af21b-5f2a-4116-95e0-5cdc728d2113" providerId="ADAL" clId="{20112431-383A-DB42-8AD0-0A5B48155A28}" dt="2024-08-15T18:52:24.648" v="2454"/>
          <ac:spMkLst>
            <pc:docMk/>
            <pc:sldMk cId="2079868611" sldId="439"/>
            <ac:spMk id="10" creationId="{99C2E612-B28A-F60E-E2F0-BFC038A6192C}"/>
          </ac:spMkLst>
        </pc:spChg>
        <pc:spChg chg="mod">
          <ac:chgData name="Yunlong Jia" userId="6b7af21b-5f2a-4116-95e0-5cdc728d2113" providerId="ADAL" clId="{20112431-383A-DB42-8AD0-0A5B48155A28}" dt="2024-08-15T18:52:24.648" v="2454"/>
          <ac:spMkLst>
            <pc:docMk/>
            <pc:sldMk cId="2079868611" sldId="439"/>
            <ac:spMk id="11" creationId="{ACE782FD-5139-6E4D-8F32-4ABD16232970}"/>
          </ac:spMkLst>
        </pc:spChg>
        <pc:spChg chg="mod">
          <ac:chgData name="Yunlong Jia" userId="6b7af21b-5f2a-4116-95e0-5cdc728d2113" providerId="ADAL" clId="{20112431-383A-DB42-8AD0-0A5B48155A28}" dt="2024-08-15T18:52:24.648" v="2454"/>
          <ac:spMkLst>
            <pc:docMk/>
            <pc:sldMk cId="2079868611" sldId="439"/>
            <ac:spMk id="12" creationId="{65C5D524-BF66-4869-3E1C-661415590E76}"/>
          </ac:spMkLst>
        </pc:spChg>
        <pc:spChg chg="mod">
          <ac:chgData name="Yunlong Jia" userId="6b7af21b-5f2a-4116-95e0-5cdc728d2113" providerId="ADAL" clId="{20112431-383A-DB42-8AD0-0A5B48155A28}" dt="2024-08-15T18:52:24.648" v="2454"/>
          <ac:spMkLst>
            <pc:docMk/>
            <pc:sldMk cId="2079868611" sldId="439"/>
            <ac:spMk id="13" creationId="{DEB49CD4-0CA2-EFD2-DDA8-AD81FFB3CA99}"/>
          </ac:spMkLst>
        </pc:spChg>
        <pc:spChg chg="mod">
          <ac:chgData name="Yunlong Jia" userId="6b7af21b-5f2a-4116-95e0-5cdc728d2113" providerId="ADAL" clId="{20112431-383A-DB42-8AD0-0A5B48155A28}" dt="2024-08-15T22:16:59.878" v="2719" actId="20577"/>
          <ac:spMkLst>
            <pc:docMk/>
            <pc:sldMk cId="2079868611" sldId="439"/>
            <ac:spMk id="14" creationId="{30073C30-1B3D-0A66-383F-69C80E9D1A55}"/>
          </ac:spMkLst>
        </pc:spChg>
        <pc:spChg chg="mod">
          <ac:chgData name="Yunlong Jia" userId="6b7af21b-5f2a-4116-95e0-5cdc728d2113" providerId="ADAL" clId="{20112431-383A-DB42-8AD0-0A5B48155A28}" dt="2024-08-15T18:52:24.648" v="2454"/>
          <ac:spMkLst>
            <pc:docMk/>
            <pc:sldMk cId="2079868611" sldId="439"/>
            <ac:spMk id="17" creationId="{9DD768D2-2902-2DBC-1F95-F8B3A7E3FFA1}"/>
          </ac:spMkLst>
        </pc:spChg>
        <pc:spChg chg="mod">
          <ac:chgData name="Yunlong Jia" userId="6b7af21b-5f2a-4116-95e0-5cdc728d2113" providerId="ADAL" clId="{20112431-383A-DB42-8AD0-0A5B48155A28}" dt="2024-08-15T18:52:24.648" v="2454"/>
          <ac:spMkLst>
            <pc:docMk/>
            <pc:sldMk cId="2079868611" sldId="439"/>
            <ac:spMk id="18" creationId="{85932ADD-CDCC-A1D5-4143-A5EE02AF21A7}"/>
          </ac:spMkLst>
        </pc:spChg>
        <pc:spChg chg="mod">
          <ac:chgData name="Yunlong Jia" userId="6b7af21b-5f2a-4116-95e0-5cdc728d2113" providerId="ADAL" clId="{20112431-383A-DB42-8AD0-0A5B48155A28}" dt="2024-08-15T18:52:24.648" v="2454"/>
          <ac:spMkLst>
            <pc:docMk/>
            <pc:sldMk cId="2079868611" sldId="439"/>
            <ac:spMk id="19" creationId="{ADC085CA-FC45-65D5-EC16-F63EAF0B7F89}"/>
          </ac:spMkLst>
        </pc:spChg>
        <pc:spChg chg="mod">
          <ac:chgData name="Yunlong Jia" userId="6b7af21b-5f2a-4116-95e0-5cdc728d2113" providerId="ADAL" clId="{20112431-383A-DB42-8AD0-0A5B48155A28}" dt="2024-08-15T18:52:24.648" v="2454"/>
          <ac:spMkLst>
            <pc:docMk/>
            <pc:sldMk cId="2079868611" sldId="439"/>
            <ac:spMk id="20" creationId="{8BF15B97-C3BB-E516-56A0-02437B305C53}"/>
          </ac:spMkLst>
        </pc:spChg>
        <pc:spChg chg="mod">
          <ac:chgData name="Yunlong Jia" userId="6b7af21b-5f2a-4116-95e0-5cdc728d2113" providerId="ADAL" clId="{20112431-383A-DB42-8AD0-0A5B48155A28}" dt="2024-08-15T18:52:24.648" v="2454"/>
          <ac:spMkLst>
            <pc:docMk/>
            <pc:sldMk cId="2079868611" sldId="439"/>
            <ac:spMk id="22" creationId="{954A3141-1774-6AA2-5F2E-AE170B0103CC}"/>
          </ac:spMkLst>
        </pc:spChg>
        <pc:spChg chg="mod">
          <ac:chgData name="Yunlong Jia" userId="6b7af21b-5f2a-4116-95e0-5cdc728d2113" providerId="ADAL" clId="{20112431-383A-DB42-8AD0-0A5B48155A28}" dt="2024-08-15T18:52:24.648" v="2454"/>
          <ac:spMkLst>
            <pc:docMk/>
            <pc:sldMk cId="2079868611" sldId="439"/>
            <ac:spMk id="23" creationId="{03ADBD9C-531D-5659-B157-DEA99120B428}"/>
          </ac:spMkLst>
        </pc:spChg>
        <pc:spChg chg="add mod">
          <ac:chgData name="Yunlong Jia" userId="6b7af21b-5f2a-4116-95e0-5cdc728d2113" providerId="ADAL" clId="{20112431-383A-DB42-8AD0-0A5B48155A28}" dt="2024-08-15T18:57:14.504" v="2651" actId="14100"/>
          <ac:spMkLst>
            <pc:docMk/>
            <pc:sldMk cId="2079868611" sldId="439"/>
            <ac:spMk id="24" creationId="{37857973-DC38-7EE3-86A0-12ACA375DC14}"/>
          </ac:spMkLst>
        </pc:spChg>
        <pc:spChg chg="add mod">
          <ac:chgData name="Yunlong Jia" userId="6b7af21b-5f2a-4116-95e0-5cdc728d2113" providerId="ADAL" clId="{20112431-383A-DB42-8AD0-0A5B48155A28}" dt="2024-08-15T22:14:37.317" v="2653" actId="20577"/>
          <ac:spMkLst>
            <pc:docMk/>
            <pc:sldMk cId="2079868611" sldId="439"/>
            <ac:spMk id="25" creationId="{982B781D-B059-BC04-AC45-0CADFEBF22AA}"/>
          </ac:spMkLst>
        </pc:spChg>
        <pc:spChg chg="add mod">
          <ac:chgData name="Yunlong Jia" userId="6b7af21b-5f2a-4116-95e0-5cdc728d2113" providerId="ADAL" clId="{20112431-383A-DB42-8AD0-0A5B48155A28}" dt="2024-08-15T22:17:14.789" v="2720" actId="1076"/>
          <ac:spMkLst>
            <pc:docMk/>
            <pc:sldMk cId="2079868611" sldId="439"/>
            <ac:spMk id="27" creationId="{B8D4EF61-885B-435B-DFD8-E8948AAE0355}"/>
          </ac:spMkLst>
        </pc:spChg>
        <pc:spChg chg="add mod">
          <ac:chgData name="Yunlong Jia" userId="6b7af21b-5f2a-4116-95e0-5cdc728d2113" providerId="ADAL" clId="{20112431-383A-DB42-8AD0-0A5B48155A28}" dt="2024-08-15T22:16:14.659" v="2707" actId="1076"/>
          <ac:spMkLst>
            <pc:docMk/>
            <pc:sldMk cId="2079868611" sldId="439"/>
            <ac:spMk id="29" creationId="{B6A332D9-6E3F-76F3-C976-C15DDF9CF581}"/>
          </ac:spMkLst>
        </pc:spChg>
        <pc:grpChg chg="add mod">
          <ac:chgData name="Yunlong Jia" userId="6b7af21b-5f2a-4116-95e0-5cdc728d2113" providerId="ADAL" clId="{20112431-383A-DB42-8AD0-0A5B48155A28}" dt="2024-08-15T18:56:29.865" v="2638" actId="1076"/>
          <ac:grpSpMkLst>
            <pc:docMk/>
            <pc:sldMk cId="2079868611" sldId="439"/>
            <ac:grpSpMk id="2" creationId="{888F3DDF-B60A-A185-39F7-05894E8768CC}"/>
          </ac:grpSpMkLst>
        </pc:grpChg>
        <pc:grpChg chg="mod">
          <ac:chgData name="Yunlong Jia" userId="6b7af21b-5f2a-4116-95e0-5cdc728d2113" providerId="ADAL" clId="{20112431-383A-DB42-8AD0-0A5B48155A28}" dt="2024-08-15T18:52:24.648" v="2454"/>
          <ac:grpSpMkLst>
            <pc:docMk/>
            <pc:sldMk cId="2079868611" sldId="439"/>
            <ac:grpSpMk id="3" creationId="{CB363EEC-AC37-9E56-774C-DBB7937170B3}"/>
          </ac:grpSpMkLst>
        </pc:grpChg>
        <pc:grpChg chg="mod">
          <ac:chgData name="Yunlong Jia" userId="6b7af21b-5f2a-4116-95e0-5cdc728d2113" providerId="ADAL" clId="{20112431-383A-DB42-8AD0-0A5B48155A28}" dt="2024-08-15T18:52:24.648" v="2454"/>
          <ac:grpSpMkLst>
            <pc:docMk/>
            <pc:sldMk cId="2079868611" sldId="439"/>
            <ac:grpSpMk id="6" creationId="{6CD78F2C-493A-D8E5-A735-CF92C42F318A}"/>
          </ac:grpSpMkLst>
        </pc:grpChg>
        <pc:grpChg chg="mod">
          <ac:chgData name="Yunlong Jia" userId="6b7af21b-5f2a-4116-95e0-5cdc728d2113" providerId="ADAL" clId="{20112431-383A-DB42-8AD0-0A5B48155A28}" dt="2024-08-15T18:52:24.648" v="2454"/>
          <ac:grpSpMkLst>
            <pc:docMk/>
            <pc:sldMk cId="2079868611" sldId="439"/>
            <ac:grpSpMk id="16" creationId="{4584D9AB-2E58-E823-AD30-2733FC89548D}"/>
          </ac:grpSpMkLst>
        </pc:grpChg>
        <pc:picChg chg="mod">
          <ac:chgData name="Yunlong Jia" userId="6b7af21b-5f2a-4116-95e0-5cdc728d2113" providerId="ADAL" clId="{20112431-383A-DB42-8AD0-0A5B48155A28}" dt="2024-08-15T18:52:24.648" v="2454"/>
          <ac:picMkLst>
            <pc:docMk/>
            <pc:sldMk cId="2079868611" sldId="439"/>
            <ac:picMk id="21" creationId="{E2E8A178-3AF2-79C6-9BDE-93C77EDEAA06}"/>
          </ac:picMkLst>
        </pc:picChg>
        <pc:cxnChg chg="mod">
          <ac:chgData name="Yunlong Jia" userId="6b7af21b-5f2a-4116-95e0-5cdc728d2113" providerId="ADAL" clId="{20112431-383A-DB42-8AD0-0A5B48155A28}" dt="2024-08-15T18:52:24.648" v="2454"/>
          <ac:cxnSpMkLst>
            <pc:docMk/>
            <pc:sldMk cId="2079868611" sldId="439"/>
            <ac:cxnSpMk id="15" creationId="{FB5A8ECF-E7DF-2625-82C0-723D6D597ADF}"/>
          </ac:cxnSpMkLst>
        </pc:cxnChg>
        <pc:cxnChg chg="add mod">
          <ac:chgData name="Yunlong Jia" userId="6b7af21b-5f2a-4116-95e0-5cdc728d2113" providerId="ADAL" clId="{20112431-383A-DB42-8AD0-0A5B48155A28}" dt="2024-08-15T22:16:37.373" v="2710" actId="1582"/>
          <ac:cxnSpMkLst>
            <pc:docMk/>
            <pc:sldMk cId="2079868611" sldId="439"/>
            <ac:cxnSpMk id="31" creationId="{BD5D04B7-7F04-CD80-132F-794BD9A4E996}"/>
          </ac:cxnSpMkLst>
        </pc:cxnChg>
        <pc:cxnChg chg="add mod">
          <ac:chgData name="Yunlong Jia" userId="6b7af21b-5f2a-4116-95e0-5cdc728d2113" providerId="ADAL" clId="{20112431-383A-DB42-8AD0-0A5B48155A28}" dt="2024-08-15T22:16:45.802" v="2713" actId="14100"/>
          <ac:cxnSpMkLst>
            <pc:docMk/>
            <pc:sldMk cId="2079868611" sldId="439"/>
            <ac:cxnSpMk id="32" creationId="{428DE1DE-7186-04D3-BA13-43CDF4D863A3}"/>
          </ac:cxnSpMkLst>
        </pc:cxnChg>
      </pc:sldChg>
      <pc:sldChg chg="addSp delSp modSp mod">
        <pc:chgData name="Yunlong Jia" userId="6b7af21b-5f2a-4116-95e0-5cdc728d2113" providerId="ADAL" clId="{20112431-383A-DB42-8AD0-0A5B48155A28}" dt="2024-08-16T06:23:57.939" v="2751" actId="1440"/>
        <pc:sldMkLst>
          <pc:docMk/>
          <pc:sldMk cId="3245404595" sldId="440"/>
        </pc:sldMkLst>
        <pc:picChg chg="del">
          <ac:chgData name="Yunlong Jia" userId="6b7af21b-5f2a-4116-95e0-5cdc728d2113" providerId="ADAL" clId="{20112431-383A-DB42-8AD0-0A5B48155A28}" dt="2024-08-16T02:36:42.342" v="2721" actId="478"/>
          <ac:picMkLst>
            <pc:docMk/>
            <pc:sldMk cId="3245404595" sldId="440"/>
            <ac:picMk id="2" creationId="{3A3FA2AC-87A6-52E0-935A-FB4AC1B4F166}"/>
          </ac:picMkLst>
        </pc:picChg>
        <pc:picChg chg="del">
          <ac:chgData name="Yunlong Jia" userId="6b7af21b-5f2a-4116-95e0-5cdc728d2113" providerId="ADAL" clId="{20112431-383A-DB42-8AD0-0A5B48155A28}" dt="2024-08-16T02:37:56.985" v="2726" actId="478"/>
          <ac:picMkLst>
            <pc:docMk/>
            <pc:sldMk cId="3245404595" sldId="440"/>
            <ac:picMk id="4" creationId="{5123219E-F898-45EA-0F95-BD9944C15A10}"/>
          </ac:picMkLst>
        </pc:picChg>
        <pc:picChg chg="add del mod">
          <ac:chgData name="Yunlong Jia" userId="6b7af21b-5f2a-4116-95e0-5cdc728d2113" providerId="ADAL" clId="{20112431-383A-DB42-8AD0-0A5B48155A28}" dt="2024-08-16T06:19:58.516" v="2734" actId="478"/>
          <ac:picMkLst>
            <pc:docMk/>
            <pc:sldMk cId="3245404595" sldId="440"/>
            <ac:picMk id="5" creationId="{908CF507-B165-A82B-62B6-EF56968A3188}"/>
          </ac:picMkLst>
        </pc:picChg>
        <pc:picChg chg="add del mod">
          <ac:chgData name="Yunlong Jia" userId="6b7af21b-5f2a-4116-95e0-5cdc728d2113" providerId="ADAL" clId="{20112431-383A-DB42-8AD0-0A5B48155A28}" dt="2024-08-16T06:20:12.575" v="2744" actId="478"/>
          <ac:picMkLst>
            <pc:docMk/>
            <pc:sldMk cId="3245404595" sldId="440"/>
            <ac:picMk id="7" creationId="{0544833F-26B0-A6B5-94A7-3AC8C6793D6C}"/>
          </ac:picMkLst>
        </pc:picChg>
        <pc:picChg chg="add mod">
          <ac:chgData name="Yunlong Jia" userId="6b7af21b-5f2a-4116-95e0-5cdc728d2113" providerId="ADAL" clId="{20112431-383A-DB42-8AD0-0A5B48155A28}" dt="2024-08-16T06:20:10.882" v="2743" actId="1076"/>
          <ac:picMkLst>
            <pc:docMk/>
            <pc:sldMk cId="3245404595" sldId="440"/>
            <ac:picMk id="9" creationId="{03AB786F-73DE-8826-FA9C-D8701EC55ADA}"/>
          </ac:picMkLst>
        </pc:picChg>
        <pc:picChg chg="add mod">
          <ac:chgData name="Yunlong Jia" userId="6b7af21b-5f2a-4116-95e0-5cdc728d2113" providerId="ADAL" clId="{20112431-383A-DB42-8AD0-0A5B48155A28}" dt="2024-08-16T06:23:57.939" v="2751" actId="1440"/>
          <ac:picMkLst>
            <pc:docMk/>
            <pc:sldMk cId="3245404595" sldId="440"/>
            <ac:picMk id="11" creationId="{70154330-91E9-5347-FFE8-799667A3451C}"/>
          </ac:picMkLst>
        </pc:picChg>
      </pc:sldChg>
    </pc:docChg>
  </pc:docChgLst>
  <pc:docChgLst>
    <pc:chgData name="Yunlong Jia" userId="6b7af21b-5f2a-4116-95e0-5cdc728d2113" providerId="ADAL" clId="{6828E757-E740-DA4C-B512-4F70429AF322}"/>
    <pc:docChg chg="addSld modSld">
      <pc:chgData name="Yunlong Jia" userId="6b7af21b-5f2a-4116-95e0-5cdc728d2113" providerId="ADAL" clId="{6828E757-E740-DA4C-B512-4F70429AF322}" dt="2023-12-18T22:27:39.188" v="16" actId="1076"/>
      <pc:docMkLst>
        <pc:docMk/>
      </pc:docMkLst>
      <pc:sldChg chg="addSp modSp new mod">
        <pc:chgData name="Yunlong Jia" userId="6b7af21b-5f2a-4116-95e0-5cdc728d2113" providerId="ADAL" clId="{6828E757-E740-DA4C-B512-4F70429AF322}" dt="2023-12-18T22:27:39.188" v="16" actId="1076"/>
        <pc:sldMkLst>
          <pc:docMk/>
          <pc:sldMk cId="1283990614" sldId="268"/>
        </pc:sldMkLst>
        <pc:spChg chg="add mod">
          <ac:chgData name="Yunlong Jia" userId="6b7af21b-5f2a-4116-95e0-5cdc728d2113" providerId="ADAL" clId="{6828E757-E740-DA4C-B512-4F70429AF322}" dt="2023-12-18T22:27:37.189" v="15" actId="1076"/>
          <ac:spMkLst>
            <pc:docMk/>
            <pc:sldMk cId="1283990614" sldId="268"/>
            <ac:spMk id="3" creationId="{73173BC6-D316-E42A-FFE7-1EFB217C54FB}"/>
          </ac:spMkLst>
        </pc:spChg>
        <pc:spChg chg="add mod">
          <ac:chgData name="Yunlong Jia" userId="6b7af21b-5f2a-4116-95e0-5cdc728d2113" providerId="ADAL" clId="{6828E757-E740-DA4C-B512-4F70429AF322}" dt="2023-12-18T22:27:39.188" v="16" actId="1076"/>
          <ac:spMkLst>
            <pc:docMk/>
            <pc:sldMk cId="1283990614" sldId="268"/>
            <ac:spMk id="5" creationId="{5A1AD89D-9160-3DE7-8EB3-2E0DB4D6F989}"/>
          </ac:spMkLst>
        </pc:spChg>
      </pc:sldChg>
    </pc:docChg>
  </pc:docChgLst>
  <pc:docChgLst>
    <pc:chgData name="Yunlong Jia" userId="6b7af21b-5f2a-4116-95e0-5cdc728d2113" providerId="ADAL" clId="{685294D3-F7EC-C740-896C-17627AFAF14E}"/>
    <pc:docChg chg="undo custSel addSld delSld modSld sldOrd addSection delSection modSection">
      <pc:chgData name="Yunlong Jia" userId="6b7af21b-5f2a-4116-95e0-5cdc728d2113" providerId="ADAL" clId="{685294D3-F7EC-C740-896C-17627AFAF14E}" dt="2024-10-16T19:30:13.341" v="3599" actId="1076"/>
      <pc:docMkLst>
        <pc:docMk/>
      </pc:docMkLst>
      <pc:sldChg chg="modSp mod">
        <pc:chgData name="Yunlong Jia" userId="6b7af21b-5f2a-4116-95e0-5cdc728d2113" providerId="ADAL" clId="{685294D3-F7EC-C740-896C-17627AFAF14E}" dt="2024-10-04T06:56:42.284" v="16" actId="20577"/>
        <pc:sldMkLst>
          <pc:docMk/>
          <pc:sldMk cId="2729008382" sldId="418"/>
        </pc:sldMkLst>
        <pc:spChg chg="mod">
          <ac:chgData name="Yunlong Jia" userId="6b7af21b-5f2a-4116-95e0-5cdc728d2113" providerId="ADAL" clId="{685294D3-F7EC-C740-896C-17627AFAF14E}" dt="2024-10-04T06:55:07.610" v="7" actId="20577"/>
          <ac:spMkLst>
            <pc:docMk/>
            <pc:sldMk cId="2729008382" sldId="418"/>
            <ac:spMk id="3" creationId="{711AFA6E-F98E-0C16-2819-B015B53745C5}"/>
          </ac:spMkLst>
        </pc:spChg>
        <pc:spChg chg="mod">
          <ac:chgData name="Yunlong Jia" userId="6b7af21b-5f2a-4116-95e0-5cdc728d2113" providerId="ADAL" clId="{685294D3-F7EC-C740-896C-17627AFAF14E}" dt="2024-10-04T06:56:42.284" v="16" actId="20577"/>
          <ac:spMkLst>
            <pc:docMk/>
            <pc:sldMk cId="2729008382" sldId="418"/>
            <ac:spMk id="4" creationId="{2656159D-529E-FC33-093C-7E61480336E2}"/>
          </ac:spMkLst>
        </pc:spChg>
      </pc:sldChg>
      <pc:sldChg chg="del">
        <pc:chgData name="Yunlong Jia" userId="6b7af21b-5f2a-4116-95e0-5cdc728d2113" providerId="ADAL" clId="{685294D3-F7EC-C740-896C-17627AFAF14E}" dt="2024-10-04T06:55:54.369" v="8" actId="2696"/>
        <pc:sldMkLst>
          <pc:docMk/>
          <pc:sldMk cId="3245404595" sldId="440"/>
        </pc:sldMkLst>
      </pc:sldChg>
      <pc:sldChg chg="del">
        <pc:chgData name="Yunlong Jia" userId="6b7af21b-5f2a-4116-95e0-5cdc728d2113" providerId="ADAL" clId="{685294D3-F7EC-C740-896C-17627AFAF14E}" dt="2024-10-04T06:55:56.164" v="9" actId="2696"/>
        <pc:sldMkLst>
          <pc:docMk/>
          <pc:sldMk cId="1388175696" sldId="441"/>
        </pc:sldMkLst>
      </pc:sldChg>
      <pc:sldChg chg="del">
        <pc:chgData name="Yunlong Jia" userId="6b7af21b-5f2a-4116-95e0-5cdc728d2113" providerId="ADAL" clId="{685294D3-F7EC-C740-896C-17627AFAF14E}" dt="2024-10-04T06:56:28.382" v="13" actId="2696"/>
        <pc:sldMkLst>
          <pc:docMk/>
          <pc:sldMk cId="1062909409" sldId="442"/>
        </pc:sldMkLst>
      </pc:sldChg>
      <pc:sldChg chg="del">
        <pc:chgData name="Yunlong Jia" userId="6b7af21b-5f2a-4116-95e0-5cdc728d2113" providerId="ADAL" clId="{685294D3-F7EC-C740-896C-17627AFAF14E}" dt="2024-10-04T06:56:28.984" v="14" actId="2696"/>
        <pc:sldMkLst>
          <pc:docMk/>
          <pc:sldMk cId="1061082168" sldId="443"/>
        </pc:sldMkLst>
      </pc:sldChg>
      <pc:sldChg chg="del">
        <pc:chgData name="Yunlong Jia" userId="6b7af21b-5f2a-4116-95e0-5cdc728d2113" providerId="ADAL" clId="{685294D3-F7EC-C740-896C-17627AFAF14E}" dt="2024-10-04T06:56:31.172" v="15" actId="2696"/>
        <pc:sldMkLst>
          <pc:docMk/>
          <pc:sldMk cId="3752015121" sldId="444"/>
        </pc:sldMkLst>
      </pc:sldChg>
      <pc:sldChg chg="addSp delSp add del mod">
        <pc:chgData name="Yunlong Jia" userId="6b7af21b-5f2a-4116-95e0-5cdc728d2113" providerId="ADAL" clId="{685294D3-F7EC-C740-896C-17627AFAF14E}" dt="2024-10-04T22:53:02.371" v="72" actId="478"/>
        <pc:sldMkLst>
          <pc:docMk/>
          <pc:sldMk cId="419366207" sldId="445"/>
        </pc:sldMkLst>
        <pc:picChg chg="add del">
          <ac:chgData name="Yunlong Jia" userId="6b7af21b-5f2a-4116-95e0-5cdc728d2113" providerId="ADAL" clId="{685294D3-F7EC-C740-896C-17627AFAF14E}" dt="2024-10-04T22:53:02.371" v="72" actId="478"/>
          <ac:picMkLst>
            <pc:docMk/>
            <pc:sldMk cId="419366207" sldId="445"/>
            <ac:picMk id="16" creationId="{D4DE5874-40DE-62BF-E424-DD47BDD1736E}"/>
          </ac:picMkLst>
        </pc:picChg>
      </pc:sldChg>
      <pc:sldChg chg="del">
        <pc:chgData name="Yunlong Jia" userId="6b7af21b-5f2a-4116-95e0-5cdc728d2113" providerId="ADAL" clId="{685294D3-F7EC-C740-896C-17627AFAF14E}" dt="2024-10-04T06:56:17.356" v="10" actId="2696"/>
        <pc:sldMkLst>
          <pc:docMk/>
          <pc:sldMk cId="1941992160" sldId="447"/>
        </pc:sldMkLst>
      </pc:sldChg>
      <pc:sldChg chg="del">
        <pc:chgData name="Yunlong Jia" userId="6b7af21b-5f2a-4116-95e0-5cdc728d2113" providerId="ADAL" clId="{685294D3-F7EC-C740-896C-17627AFAF14E}" dt="2024-10-04T06:56:17.940" v="11" actId="2696"/>
        <pc:sldMkLst>
          <pc:docMk/>
          <pc:sldMk cId="7422339" sldId="448"/>
        </pc:sldMkLst>
      </pc:sldChg>
      <pc:sldChg chg="del">
        <pc:chgData name="Yunlong Jia" userId="6b7af21b-5f2a-4116-95e0-5cdc728d2113" providerId="ADAL" clId="{685294D3-F7EC-C740-896C-17627AFAF14E}" dt="2024-10-04T06:56:19.161" v="12" actId="2696"/>
        <pc:sldMkLst>
          <pc:docMk/>
          <pc:sldMk cId="1482534766" sldId="449"/>
        </pc:sldMkLst>
      </pc:sldChg>
      <pc:sldChg chg="addSp delSp modSp new mod modNotesTx">
        <pc:chgData name="Yunlong Jia" userId="6b7af21b-5f2a-4116-95e0-5cdc728d2113" providerId="ADAL" clId="{685294D3-F7EC-C740-896C-17627AFAF14E}" dt="2024-10-16T09:09:05.113" v="2003" actId="1076"/>
        <pc:sldMkLst>
          <pc:docMk/>
          <pc:sldMk cId="3304593356" sldId="451"/>
        </pc:sldMkLst>
        <pc:spChg chg="add mod">
          <ac:chgData name="Yunlong Jia" userId="6b7af21b-5f2a-4116-95e0-5cdc728d2113" providerId="ADAL" clId="{685294D3-F7EC-C740-896C-17627AFAF14E}" dt="2024-10-04T09:20:18.377" v="60" actId="1076"/>
          <ac:spMkLst>
            <pc:docMk/>
            <pc:sldMk cId="3304593356" sldId="451"/>
            <ac:spMk id="4" creationId="{AE64F67C-F88D-59F2-E2C6-231F188E2A6F}"/>
          </ac:spMkLst>
        </pc:spChg>
        <pc:picChg chg="add del mod">
          <ac:chgData name="Yunlong Jia" userId="6b7af21b-5f2a-4116-95e0-5cdc728d2113" providerId="ADAL" clId="{685294D3-F7EC-C740-896C-17627AFAF14E}" dt="2024-10-04T09:24:21.886" v="63" actId="478"/>
          <ac:picMkLst>
            <pc:docMk/>
            <pc:sldMk cId="3304593356" sldId="451"/>
            <ac:picMk id="2" creationId="{464536D8-3FE3-CC22-B7F6-35E50C69185A}"/>
          </ac:picMkLst>
        </pc:picChg>
        <pc:picChg chg="add mod">
          <ac:chgData name="Yunlong Jia" userId="6b7af21b-5f2a-4116-95e0-5cdc728d2113" providerId="ADAL" clId="{685294D3-F7EC-C740-896C-17627AFAF14E}" dt="2024-10-16T09:09:05.113" v="2003" actId="1076"/>
          <ac:picMkLst>
            <pc:docMk/>
            <pc:sldMk cId="3304593356" sldId="451"/>
            <ac:picMk id="5" creationId="{9BA66500-B54A-91D1-80A1-665ABB2C56B5}"/>
          </ac:picMkLst>
        </pc:picChg>
      </pc:sldChg>
      <pc:sldChg chg="new del">
        <pc:chgData name="Yunlong Jia" userId="6b7af21b-5f2a-4116-95e0-5cdc728d2113" providerId="ADAL" clId="{685294D3-F7EC-C740-896C-17627AFAF14E}" dt="2024-10-04T23:13:45.298" v="160" actId="2696"/>
        <pc:sldMkLst>
          <pc:docMk/>
          <pc:sldMk cId="2430140736" sldId="452"/>
        </pc:sldMkLst>
      </pc:sldChg>
      <pc:sldChg chg="addSp delSp modSp new del mod modNotesTx">
        <pc:chgData name="Yunlong Jia" userId="6b7af21b-5f2a-4116-95e0-5cdc728d2113" providerId="ADAL" clId="{685294D3-F7EC-C740-896C-17627AFAF14E}" dt="2024-10-05T03:42:29.716" v="435" actId="2696"/>
        <pc:sldMkLst>
          <pc:docMk/>
          <pc:sldMk cId="933937011" sldId="453"/>
        </pc:sldMkLst>
        <pc:spChg chg="del mod">
          <ac:chgData name="Yunlong Jia" userId="6b7af21b-5f2a-4116-95e0-5cdc728d2113" providerId="ADAL" clId="{685294D3-F7EC-C740-896C-17627AFAF14E}" dt="2024-10-04T22:53:21.405" v="80" actId="478"/>
          <ac:spMkLst>
            <pc:docMk/>
            <pc:sldMk cId="933937011" sldId="453"/>
            <ac:spMk id="4" creationId="{84411FC2-E902-7E8B-1356-58E42E67D1DD}"/>
          </ac:spMkLst>
        </pc:spChg>
        <pc:spChg chg="del mod">
          <ac:chgData name="Yunlong Jia" userId="6b7af21b-5f2a-4116-95e0-5cdc728d2113" providerId="ADAL" clId="{685294D3-F7EC-C740-896C-17627AFAF14E}" dt="2024-10-04T22:53:19.019" v="79" actId="478"/>
          <ac:spMkLst>
            <pc:docMk/>
            <pc:sldMk cId="933937011" sldId="453"/>
            <ac:spMk id="5" creationId="{A34D8701-FDDE-FCA6-F0C3-B0F830FB4E03}"/>
          </ac:spMkLst>
        </pc:spChg>
        <pc:spChg chg="del mod">
          <ac:chgData name="Yunlong Jia" userId="6b7af21b-5f2a-4116-95e0-5cdc728d2113" providerId="ADAL" clId="{685294D3-F7EC-C740-896C-17627AFAF14E}" dt="2024-10-04T22:53:13.830" v="77" actId="478"/>
          <ac:spMkLst>
            <pc:docMk/>
            <pc:sldMk cId="933937011" sldId="453"/>
            <ac:spMk id="6" creationId="{323825B0-434A-A65C-289A-7E613073AB15}"/>
          </ac:spMkLst>
        </pc:spChg>
        <pc:spChg chg="del mod">
          <ac:chgData name="Yunlong Jia" userId="6b7af21b-5f2a-4116-95e0-5cdc728d2113" providerId="ADAL" clId="{685294D3-F7EC-C740-896C-17627AFAF14E}" dt="2024-10-04T22:53:23.594" v="81" actId="478"/>
          <ac:spMkLst>
            <pc:docMk/>
            <pc:sldMk cId="933937011" sldId="453"/>
            <ac:spMk id="7" creationId="{F857F0B6-D882-A220-18E9-41D77AB54B10}"/>
          </ac:spMkLst>
        </pc:spChg>
        <pc:spChg chg="del mod topLvl">
          <ac:chgData name="Yunlong Jia" userId="6b7af21b-5f2a-4116-95e0-5cdc728d2113" providerId="ADAL" clId="{685294D3-F7EC-C740-896C-17627AFAF14E}" dt="2024-10-04T22:53:26.192" v="82" actId="478"/>
          <ac:spMkLst>
            <pc:docMk/>
            <pc:sldMk cId="933937011" sldId="453"/>
            <ac:spMk id="8" creationId="{47D227F2-E7D7-82FD-AFEA-CC288758EA48}"/>
          </ac:spMkLst>
        </pc:spChg>
        <pc:spChg chg="del mod">
          <ac:chgData name="Yunlong Jia" userId="6b7af21b-5f2a-4116-95e0-5cdc728d2113" providerId="ADAL" clId="{685294D3-F7EC-C740-896C-17627AFAF14E}" dt="2024-10-04T22:53:16.183" v="78" actId="478"/>
          <ac:spMkLst>
            <pc:docMk/>
            <pc:sldMk cId="933937011" sldId="453"/>
            <ac:spMk id="9" creationId="{71B982AF-B87E-42A2-9DD9-75751B76A1A4}"/>
          </ac:spMkLst>
        </pc:spChg>
        <pc:spChg chg="add mod">
          <ac:chgData name="Yunlong Jia" userId="6b7af21b-5f2a-4116-95e0-5cdc728d2113" providerId="ADAL" clId="{685294D3-F7EC-C740-896C-17627AFAF14E}" dt="2024-10-04T23:09:41.106" v="159" actId="1076"/>
          <ac:spMkLst>
            <pc:docMk/>
            <pc:sldMk cId="933937011" sldId="453"/>
            <ac:spMk id="15" creationId="{7FE6115A-471A-33B3-DA87-E3C8F6789098}"/>
          </ac:spMkLst>
        </pc:spChg>
        <pc:grpChg chg="add del mod">
          <ac:chgData name="Yunlong Jia" userId="6b7af21b-5f2a-4116-95e0-5cdc728d2113" providerId="ADAL" clId="{685294D3-F7EC-C740-896C-17627AFAF14E}" dt="2024-10-04T22:53:26.192" v="82" actId="478"/>
          <ac:grpSpMkLst>
            <pc:docMk/>
            <pc:sldMk cId="933937011" sldId="453"/>
            <ac:grpSpMk id="2" creationId="{356E3130-BC5D-B43E-8647-0BB6002B8E7D}"/>
          </ac:grpSpMkLst>
        </pc:grpChg>
        <pc:picChg chg="mod topLvl">
          <ac:chgData name="Yunlong Jia" userId="6b7af21b-5f2a-4116-95e0-5cdc728d2113" providerId="ADAL" clId="{685294D3-F7EC-C740-896C-17627AFAF14E}" dt="2024-10-04T23:09:36.650" v="157" actId="1076"/>
          <ac:picMkLst>
            <pc:docMk/>
            <pc:sldMk cId="933937011" sldId="453"/>
            <ac:picMk id="3" creationId="{91D493E6-B8D5-C0A3-1AA4-919BC1426A8E}"/>
          </ac:picMkLst>
        </pc:picChg>
        <pc:picChg chg="add del mod modCrop">
          <ac:chgData name="Yunlong Jia" userId="6b7af21b-5f2a-4116-95e0-5cdc728d2113" providerId="ADAL" clId="{685294D3-F7EC-C740-896C-17627AFAF14E}" dt="2024-10-04T23:07:56.902" v="119" actId="478"/>
          <ac:picMkLst>
            <pc:docMk/>
            <pc:sldMk cId="933937011" sldId="453"/>
            <ac:picMk id="10" creationId="{37507E2D-6FE2-A1F1-8A6D-823F808C7242}"/>
          </ac:picMkLst>
        </pc:picChg>
        <pc:picChg chg="add del mod modCrop">
          <ac:chgData name="Yunlong Jia" userId="6b7af21b-5f2a-4116-95e0-5cdc728d2113" providerId="ADAL" clId="{685294D3-F7EC-C740-896C-17627AFAF14E}" dt="2024-10-04T23:08:05.533" v="125" actId="478"/>
          <ac:picMkLst>
            <pc:docMk/>
            <pc:sldMk cId="933937011" sldId="453"/>
            <ac:picMk id="11" creationId="{A1DA403D-476D-C4BE-5246-060B6F5BE846}"/>
          </ac:picMkLst>
        </pc:picChg>
        <pc:picChg chg="add mod">
          <ac:chgData name="Yunlong Jia" userId="6b7af21b-5f2a-4116-95e0-5cdc728d2113" providerId="ADAL" clId="{685294D3-F7EC-C740-896C-17627AFAF14E}" dt="2024-10-05T03:39:24.203" v="322" actId="1076"/>
          <ac:picMkLst>
            <pc:docMk/>
            <pc:sldMk cId="933937011" sldId="453"/>
            <ac:picMk id="12" creationId="{F109FA48-F999-5BED-80F6-D286DDC2C5CF}"/>
          </ac:picMkLst>
        </pc:picChg>
        <pc:picChg chg="add del mod">
          <ac:chgData name="Yunlong Jia" userId="6b7af21b-5f2a-4116-95e0-5cdc728d2113" providerId="ADAL" clId="{685294D3-F7EC-C740-896C-17627AFAF14E}" dt="2024-10-05T03:39:20.712" v="319" actId="478"/>
          <ac:picMkLst>
            <pc:docMk/>
            <pc:sldMk cId="933937011" sldId="453"/>
            <ac:picMk id="13" creationId="{E3818688-B65F-B705-3C17-1BEB5A175868}"/>
          </ac:picMkLst>
        </pc:picChg>
      </pc:sldChg>
      <pc:sldChg chg="addSp delSp modSp new mod">
        <pc:chgData name="Yunlong Jia" userId="6b7af21b-5f2a-4116-95e0-5cdc728d2113" providerId="ADAL" clId="{685294D3-F7EC-C740-896C-17627AFAF14E}" dt="2024-10-05T03:42:20.120" v="434" actId="1037"/>
        <pc:sldMkLst>
          <pc:docMk/>
          <pc:sldMk cId="3415166472" sldId="454"/>
        </pc:sldMkLst>
        <pc:spChg chg="add mod">
          <ac:chgData name="Yunlong Jia" userId="6b7af21b-5f2a-4116-95e0-5cdc728d2113" providerId="ADAL" clId="{685294D3-F7EC-C740-896C-17627AFAF14E}" dt="2024-10-05T03:39:13.449" v="318" actId="1036"/>
          <ac:spMkLst>
            <pc:docMk/>
            <pc:sldMk cId="3415166472" sldId="454"/>
            <ac:spMk id="3" creationId="{46BB0D7D-3A92-AA78-1EE8-2C22A5D21F02}"/>
          </ac:spMkLst>
        </pc:spChg>
        <pc:spChg chg="add mod">
          <ac:chgData name="Yunlong Jia" userId="6b7af21b-5f2a-4116-95e0-5cdc728d2113" providerId="ADAL" clId="{685294D3-F7EC-C740-896C-17627AFAF14E}" dt="2024-10-05T03:39:13.449" v="318" actId="1036"/>
          <ac:spMkLst>
            <pc:docMk/>
            <pc:sldMk cId="3415166472" sldId="454"/>
            <ac:spMk id="4" creationId="{C7051C6C-F5B6-9C79-DA38-170C57D86FD3}"/>
          </ac:spMkLst>
        </pc:spChg>
        <pc:spChg chg="add mod">
          <ac:chgData name="Yunlong Jia" userId="6b7af21b-5f2a-4116-95e0-5cdc728d2113" providerId="ADAL" clId="{685294D3-F7EC-C740-896C-17627AFAF14E}" dt="2024-10-05T03:39:13.449" v="318" actId="1036"/>
          <ac:spMkLst>
            <pc:docMk/>
            <pc:sldMk cId="3415166472" sldId="454"/>
            <ac:spMk id="5" creationId="{6BA3A4AA-5BA2-4169-78B8-B596DF7E94DE}"/>
          </ac:spMkLst>
        </pc:spChg>
        <pc:spChg chg="add mod">
          <ac:chgData name="Yunlong Jia" userId="6b7af21b-5f2a-4116-95e0-5cdc728d2113" providerId="ADAL" clId="{685294D3-F7EC-C740-896C-17627AFAF14E}" dt="2024-10-05T03:42:15.892" v="414" actId="1038"/>
          <ac:spMkLst>
            <pc:docMk/>
            <pc:sldMk cId="3415166472" sldId="454"/>
            <ac:spMk id="20" creationId="{B882C104-1740-5668-CCD5-366D74C61DCA}"/>
          </ac:spMkLst>
        </pc:spChg>
        <pc:spChg chg="add mod">
          <ac:chgData name="Yunlong Jia" userId="6b7af21b-5f2a-4116-95e0-5cdc728d2113" providerId="ADAL" clId="{685294D3-F7EC-C740-896C-17627AFAF14E}" dt="2024-10-05T03:42:20.120" v="434" actId="1037"/>
          <ac:spMkLst>
            <pc:docMk/>
            <pc:sldMk cId="3415166472" sldId="454"/>
            <ac:spMk id="21" creationId="{86EE0FCA-5D7A-3648-73F3-46FEBD1401B0}"/>
          </ac:spMkLst>
        </pc:spChg>
        <pc:picChg chg="add mod">
          <ac:chgData name="Yunlong Jia" userId="6b7af21b-5f2a-4116-95e0-5cdc728d2113" providerId="ADAL" clId="{685294D3-F7EC-C740-896C-17627AFAF14E}" dt="2024-10-05T03:39:13.449" v="318" actId="1036"/>
          <ac:picMkLst>
            <pc:docMk/>
            <pc:sldMk cId="3415166472" sldId="454"/>
            <ac:picMk id="2" creationId="{31F6F4C6-FF6E-AA88-4646-DDCD9038E42E}"/>
          </ac:picMkLst>
        </pc:picChg>
        <pc:picChg chg="add del mod">
          <ac:chgData name="Yunlong Jia" userId="6b7af21b-5f2a-4116-95e0-5cdc728d2113" providerId="ADAL" clId="{685294D3-F7EC-C740-896C-17627AFAF14E}" dt="2024-10-04T23:53:43.847" v="174" actId="478"/>
          <ac:picMkLst>
            <pc:docMk/>
            <pc:sldMk cId="3415166472" sldId="454"/>
            <ac:picMk id="6" creationId="{08B8CD28-9391-A476-B99E-8AA4A50FC96A}"/>
          </ac:picMkLst>
        </pc:picChg>
        <pc:picChg chg="add mod">
          <ac:chgData name="Yunlong Jia" userId="6b7af21b-5f2a-4116-95e0-5cdc728d2113" providerId="ADAL" clId="{685294D3-F7EC-C740-896C-17627AFAF14E}" dt="2024-10-05T03:39:13.449" v="318" actId="1036"/>
          <ac:picMkLst>
            <pc:docMk/>
            <pc:sldMk cId="3415166472" sldId="454"/>
            <ac:picMk id="7" creationId="{AABFF414-4D7A-7BF7-B3A9-EA0118B732C2}"/>
          </ac:picMkLst>
        </pc:picChg>
        <pc:picChg chg="add mod modCrop">
          <ac:chgData name="Yunlong Jia" userId="6b7af21b-5f2a-4116-95e0-5cdc728d2113" providerId="ADAL" clId="{685294D3-F7EC-C740-896C-17627AFAF14E}" dt="2024-10-05T03:39:13.449" v="318" actId="1036"/>
          <ac:picMkLst>
            <pc:docMk/>
            <pc:sldMk cId="3415166472" sldId="454"/>
            <ac:picMk id="8" creationId="{63AD122A-4F16-2F77-AD94-B61F90513E0B}"/>
          </ac:picMkLst>
        </pc:picChg>
        <pc:picChg chg="add mod">
          <ac:chgData name="Yunlong Jia" userId="6b7af21b-5f2a-4116-95e0-5cdc728d2113" providerId="ADAL" clId="{685294D3-F7EC-C740-896C-17627AFAF14E}" dt="2024-10-05T03:39:13.449" v="318" actId="1036"/>
          <ac:picMkLst>
            <pc:docMk/>
            <pc:sldMk cId="3415166472" sldId="454"/>
            <ac:picMk id="17" creationId="{92A84359-415B-7C1A-75DC-A823077A5AAD}"/>
          </ac:picMkLst>
        </pc:picChg>
        <pc:picChg chg="add mod">
          <ac:chgData name="Yunlong Jia" userId="6b7af21b-5f2a-4116-95e0-5cdc728d2113" providerId="ADAL" clId="{685294D3-F7EC-C740-896C-17627AFAF14E}" dt="2024-10-05T03:42:11.240" v="400" actId="1038"/>
          <ac:picMkLst>
            <pc:docMk/>
            <pc:sldMk cId="3415166472" sldId="454"/>
            <ac:picMk id="18" creationId="{1B5377E0-DED4-6825-194B-BB68503C9697}"/>
          </ac:picMkLst>
        </pc:picChg>
        <pc:picChg chg="add mod">
          <ac:chgData name="Yunlong Jia" userId="6b7af21b-5f2a-4116-95e0-5cdc728d2113" providerId="ADAL" clId="{685294D3-F7EC-C740-896C-17627AFAF14E}" dt="2024-10-05T03:42:11.240" v="400" actId="1038"/>
          <ac:picMkLst>
            <pc:docMk/>
            <pc:sldMk cId="3415166472" sldId="454"/>
            <ac:picMk id="19" creationId="{73003FB5-471A-4EEC-5A3D-A60F5F18CBA9}"/>
          </ac:picMkLst>
        </pc:picChg>
        <pc:cxnChg chg="add del mod">
          <ac:chgData name="Yunlong Jia" userId="6b7af21b-5f2a-4116-95e0-5cdc728d2113" providerId="ADAL" clId="{685294D3-F7EC-C740-896C-17627AFAF14E}" dt="2024-10-05T03:38:53.897" v="311" actId="478"/>
          <ac:cxnSpMkLst>
            <pc:docMk/>
            <pc:sldMk cId="3415166472" sldId="454"/>
            <ac:cxnSpMk id="10" creationId="{90AFF6AE-2442-AE0F-3190-28D4F9B3524D}"/>
          </ac:cxnSpMkLst>
        </pc:cxnChg>
        <pc:cxnChg chg="add del mod">
          <ac:chgData name="Yunlong Jia" userId="6b7af21b-5f2a-4116-95e0-5cdc728d2113" providerId="ADAL" clId="{685294D3-F7EC-C740-896C-17627AFAF14E}" dt="2024-10-05T03:39:00.085" v="314" actId="478"/>
          <ac:cxnSpMkLst>
            <pc:docMk/>
            <pc:sldMk cId="3415166472" sldId="454"/>
            <ac:cxnSpMk id="12" creationId="{6AADE29E-04D9-2CA4-FCF2-FDE7FA1869F2}"/>
          </ac:cxnSpMkLst>
        </pc:cxnChg>
        <pc:cxnChg chg="add del mod">
          <ac:chgData name="Yunlong Jia" userId="6b7af21b-5f2a-4116-95e0-5cdc728d2113" providerId="ADAL" clId="{685294D3-F7EC-C740-896C-17627AFAF14E}" dt="2024-10-05T03:38:51.952" v="310" actId="478"/>
          <ac:cxnSpMkLst>
            <pc:docMk/>
            <pc:sldMk cId="3415166472" sldId="454"/>
            <ac:cxnSpMk id="13" creationId="{8B2150BC-1036-2374-FE78-FC0C4B48331E}"/>
          </ac:cxnSpMkLst>
        </pc:cxnChg>
        <pc:cxnChg chg="add del mod">
          <ac:chgData name="Yunlong Jia" userId="6b7af21b-5f2a-4116-95e0-5cdc728d2113" providerId="ADAL" clId="{685294D3-F7EC-C740-896C-17627AFAF14E}" dt="2024-10-05T03:38:55.847" v="312" actId="478"/>
          <ac:cxnSpMkLst>
            <pc:docMk/>
            <pc:sldMk cId="3415166472" sldId="454"/>
            <ac:cxnSpMk id="14" creationId="{08233B5E-F0F8-2BAA-D6D5-8F3FB975BC1E}"/>
          </ac:cxnSpMkLst>
        </pc:cxnChg>
        <pc:cxnChg chg="add del mod">
          <ac:chgData name="Yunlong Jia" userId="6b7af21b-5f2a-4116-95e0-5cdc728d2113" providerId="ADAL" clId="{685294D3-F7EC-C740-896C-17627AFAF14E}" dt="2024-10-05T03:38:58.319" v="313" actId="478"/>
          <ac:cxnSpMkLst>
            <pc:docMk/>
            <pc:sldMk cId="3415166472" sldId="454"/>
            <ac:cxnSpMk id="15" creationId="{0EEBB58B-9A45-509E-06F7-FDB0F24AC2E9}"/>
          </ac:cxnSpMkLst>
        </pc:cxnChg>
        <pc:cxnChg chg="add del mod">
          <ac:chgData name="Yunlong Jia" userId="6b7af21b-5f2a-4116-95e0-5cdc728d2113" providerId="ADAL" clId="{685294D3-F7EC-C740-896C-17627AFAF14E}" dt="2024-10-05T03:38:50.182" v="309" actId="478"/>
          <ac:cxnSpMkLst>
            <pc:docMk/>
            <pc:sldMk cId="3415166472" sldId="454"/>
            <ac:cxnSpMk id="16" creationId="{992EBFDE-C4F5-7604-B40D-AF1B651FF7A5}"/>
          </ac:cxnSpMkLst>
        </pc:cxnChg>
      </pc:sldChg>
      <pc:sldChg chg="addSp modSp new mod modNotesTx">
        <pc:chgData name="Yunlong Jia" userId="6b7af21b-5f2a-4116-95e0-5cdc728d2113" providerId="ADAL" clId="{685294D3-F7EC-C740-896C-17627AFAF14E}" dt="2024-10-08T23:13:18.393" v="549" actId="20577"/>
        <pc:sldMkLst>
          <pc:docMk/>
          <pc:sldMk cId="1955512072" sldId="455"/>
        </pc:sldMkLst>
        <pc:spChg chg="add mod">
          <ac:chgData name="Yunlong Jia" userId="6b7af21b-5f2a-4116-95e0-5cdc728d2113" providerId="ADAL" clId="{685294D3-F7EC-C740-896C-17627AFAF14E}" dt="2024-10-08T23:02:26.479" v="528" actId="1036"/>
          <ac:spMkLst>
            <pc:docMk/>
            <pc:sldMk cId="1955512072" sldId="455"/>
            <ac:spMk id="5" creationId="{10D260DF-CB2F-006F-E417-5877A7B8C4F7}"/>
          </ac:spMkLst>
        </pc:spChg>
        <pc:spChg chg="add mod">
          <ac:chgData name="Yunlong Jia" userId="6b7af21b-5f2a-4116-95e0-5cdc728d2113" providerId="ADAL" clId="{685294D3-F7EC-C740-896C-17627AFAF14E}" dt="2024-10-08T22:24:34.721" v="483" actId="207"/>
          <ac:spMkLst>
            <pc:docMk/>
            <pc:sldMk cId="1955512072" sldId="455"/>
            <ac:spMk id="8" creationId="{D56F9703-596A-8C0D-E867-18F7D20922AE}"/>
          </ac:spMkLst>
        </pc:spChg>
        <pc:spChg chg="add mod">
          <ac:chgData name="Yunlong Jia" userId="6b7af21b-5f2a-4116-95e0-5cdc728d2113" providerId="ADAL" clId="{685294D3-F7EC-C740-896C-17627AFAF14E}" dt="2024-10-08T22:56:01.913" v="506" actId="20577"/>
          <ac:spMkLst>
            <pc:docMk/>
            <pc:sldMk cId="1955512072" sldId="455"/>
            <ac:spMk id="11" creationId="{80096056-9851-C0C5-054E-50019D839281}"/>
          </ac:spMkLst>
        </pc:spChg>
        <pc:spChg chg="add mod">
          <ac:chgData name="Yunlong Jia" userId="6b7af21b-5f2a-4116-95e0-5cdc728d2113" providerId="ADAL" clId="{685294D3-F7EC-C740-896C-17627AFAF14E}" dt="2024-10-08T23:02:34.174" v="540" actId="20577"/>
          <ac:spMkLst>
            <pc:docMk/>
            <pc:sldMk cId="1955512072" sldId="455"/>
            <ac:spMk id="14" creationId="{C1250250-A352-357F-3F80-5D26AF37EEE1}"/>
          </ac:spMkLst>
        </pc:spChg>
        <pc:picChg chg="add mod">
          <ac:chgData name="Yunlong Jia" userId="6b7af21b-5f2a-4116-95e0-5cdc728d2113" providerId="ADAL" clId="{685294D3-F7EC-C740-896C-17627AFAF14E}" dt="2024-10-08T22:20:22.392" v="440" actId="1076"/>
          <ac:picMkLst>
            <pc:docMk/>
            <pc:sldMk cId="1955512072" sldId="455"/>
            <ac:picMk id="3" creationId="{721AA7F7-ABE8-C693-CE52-5E4167215215}"/>
          </ac:picMkLst>
        </pc:picChg>
        <pc:picChg chg="add mod">
          <ac:chgData name="Yunlong Jia" userId="6b7af21b-5f2a-4116-95e0-5cdc728d2113" providerId="ADAL" clId="{685294D3-F7EC-C740-896C-17627AFAF14E}" dt="2024-10-08T22:23:49.457" v="460" actId="1076"/>
          <ac:picMkLst>
            <pc:docMk/>
            <pc:sldMk cId="1955512072" sldId="455"/>
            <ac:picMk id="7" creationId="{7DB84D14-0065-13EA-4C04-B832833175A2}"/>
          </ac:picMkLst>
        </pc:picChg>
        <pc:picChg chg="add mod">
          <ac:chgData name="Yunlong Jia" userId="6b7af21b-5f2a-4116-95e0-5cdc728d2113" providerId="ADAL" clId="{685294D3-F7EC-C740-896C-17627AFAF14E}" dt="2024-10-08T22:55:25.312" v="493" actId="1076"/>
          <ac:picMkLst>
            <pc:docMk/>
            <pc:sldMk cId="1955512072" sldId="455"/>
            <ac:picMk id="10" creationId="{3051F060-2006-51FA-BB08-953921AB1190}"/>
          </ac:picMkLst>
        </pc:picChg>
        <pc:picChg chg="add mod">
          <ac:chgData name="Yunlong Jia" userId="6b7af21b-5f2a-4116-95e0-5cdc728d2113" providerId="ADAL" clId="{685294D3-F7EC-C740-896C-17627AFAF14E}" dt="2024-10-08T23:02:08.743" v="512" actId="1076"/>
          <ac:picMkLst>
            <pc:docMk/>
            <pc:sldMk cId="1955512072" sldId="455"/>
            <ac:picMk id="13" creationId="{3B166999-9D62-F369-545A-7A90ED1A4ED3}"/>
          </ac:picMkLst>
        </pc:picChg>
      </pc:sldChg>
      <pc:sldChg chg="addSp delSp modSp new del mod modNotesTx">
        <pc:chgData name="Yunlong Jia" userId="6b7af21b-5f2a-4116-95e0-5cdc728d2113" providerId="ADAL" clId="{685294D3-F7EC-C740-896C-17627AFAF14E}" dt="2024-10-16T04:58:23.578" v="1732" actId="2696"/>
        <pc:sldMkLst>
          <pc:docMk/>
          <pc:sldMk cId="707374799" sldId="456"/>
        </pc:sldMkLst>
        <pc:spChg chg="add mod">
          <ac:chgData name="Yunlong Jia" userId="6b7af21b-5f2a-4116-95e0-5cdc728d2113" providerId="ADAL" clId="{685294D3-F7EC-C740-896C-17627AFAF14E}" dt="2024-10-14T06:15:13.430" v="566" actId="207"/>
          <ac:spMkLst>
            <pc:docMk/>
            <pc:sldMk cId="707374799" sldId="456"/>
            <ac:spMk id="5" creationId="{25C0357F-BD36-B798-41C7-1246C93E2687}"/>
          </ac:spMkLst>
        </pc:spChg>
        <pc:picChg chg="add mod">
          <ac:chgData name="Yunlong Jia" userId="6b7af21b-5f2a-4116-95e0-5cdc728d2113" providerId="ADAL" clId="{685294D3-F7EC-C740-896C-17627AFAF14E}" dt="2024-10-14T17:17:22.262" v="969" actId="1076"/>
          <ac:picMkLst>
            <pc:docMk/>
            <pc:sldMk cId="707374799" sldId="456"/>
            <ac:picMk id="3" creationId="{CEF2B8D1-BF66-3FDF-4C92-3F273A393C1D}"/>
          </ac:picMkLst>
        </pc:picChg>
        <pc:picChg chg="add del mod">
          <ac:chgData name="Yunlong Jia" userId="6b7af21b-5f2a-4116-95e0-5cdc728d2113" providerId="ADAL" clId="{685294D3-F7EC-C740-896C-17627AFAF14E}" dt="2024-10-14T06:56:17.738" v="573" actId="478"/>
          <ac:picMkLst>
            <pc:docMk/>
            <pc:sldMk cId="707374799" sldId="456"/>
            <ac:picMk id="6" creationId="{6ED71014-9D5B-1FA6-5209-7A7508848963}"/>
          </ac:picMkLst>
        </pc:picChg>
        <pc:picChg chg="add mod">
          <ac:chgData name="Yunlong Jia" userId="6b7af21b-5f2a-4116-95e0-5cdc728d2113" providerId="ADAL" clId="{685294D3-F7EC-C740-896C-17627AFAF14E}" dt="2024-10-14T06:57:15.032" v="587" actId="1076"/>
          <ac:picMkLst>
            <pc:docMk/>
            <pc:sldMk cId="707374799" sldId="456"/>
            <ac:picMk id="7" creationId="{5CACE500-0DD5-E281-2E89-AFC3EC2E51C2}"/>
          </ac:picMkLst>
        </pc:picChg>
        <pc:picChg chg="add del mod">
          <ac:chgData name="Yunlong Jia" userId="6b7af21b-5f2a-4116-95e0-5cdc728d2113" providerId="ADAL" clId="{685294D3-F7EC-C740-896C-17627AFAF14E}" dt="2024-10-14T06:56:52.828" v="575" actId="478"/>
          <ac:picMkLst>
            <pc:docMk/>
            <pc:sldMk cId="707374799" sldId="456"/>
            <ac:picMk id="8" creationId="{1A4D646B-92BB-6AE4-0956-064F5210112D}"/>
          </ac:picMkLst>
        </pc:picChg>
        <pc:picChg chg="add del mod">
          <ac:chgData name="Yunlong Jia" userId="6b7af21b-5f2a-4116-95e0-5cdc728d2113" providerId="ADAL" clId="{685294D3-F7EC-C740-896C-17627AFAF14E}" dt="2024-10-14T07:00:07.241" v="591" actId="478"/>
          <ac:picMkLst>
            <pc:docMk/>
            <pc:sldMk cId="707374799" sldId="456"/>
            <ac:picMk id="9" creationId="{11C603C9-A658-B20D-8DC0-76303E07E669}"/>
          </ac:picMkLst>
        </pc:picChg>
        <pc:picChg chg="add del mod">
          <ac:chgData name="Yunlong Jia" userId="6b7af21b-5f2a-4116-95e0-5cdc728d2113" providerId="ADAL" clId="{685294D3-F7EC-C740-896C-17627AFAF14E}" dt="2024-10-14T17:14:28.012" v="787" actId="478"/>
          <ac:picMkLst>
            <pc:docMk/>
            <pc:sldMk cId="707374799" sldId="456"/>
            <ac:picMk id="10" creationId="{FCF5D2DF-FF69-ABDC-3FB2-4927361E9CEB}"/>
          </ac:picMkLst>
        </pc:picChg>
        <pc:picChg chg="add del mod">
          <ac:chgData name="Yunlong Jia" userId="6b7af21b-5f2a-4116-95e0-5cdc728d2113" providerId="ADAL" clId="{685294D3-F7EC-C740-896C-17627AFAF14E}" dt="2024-10-14T17:14:18.240" v="781" actId="478"/>
          <ac:picMkLst>
            <pc:docMk/>
            <pc:sldMk cId="707374799" sldId="456"/>
            <ac:picMk id="11" creationId="{70FB811B-E093-DC33-2827-540824A54828}"/>
          </ac:picMkLst>
        </pc:picChg>
        <pc:picChg chg="add del mod">
          <ac:chgData name="Yunlong Jia" userId="6b7af21b-5f2a-4116-95e0-5cdc728d2113" providerId="ADAL" clId="{685294D3-F7EC-C740-896C-17627AFAF14E}" dt="2024-10-14T16:45:49.816" v="666" actId="478"/>
          <ac:picMkLst>
            <pc:docMk/>
            <pc:sldMk cId="707374799" sldId="456"/>
            <ac:picMk id="12" creationId="{6D3B08CA-F680-BED4-C527-A788361304B1}"/>
          </ac:picMkLst>
        </pc:picChg>
        <pc:picChg chg="add del mod">
          <ac:chgData name="Yunlong Jia" userId="6b7af21b-5f2a-4116-95e0-5cdc728d2113" providerId="ADAL" clId="{685294D3-F7EC-C740-896C-17627AFAF14E}" dt="2024-10-14T14:34:28.476" v="660" actId="478"/>
          <ac:picMkLst>
            <pc:docMk/>
            <pc:sldMk cId="707374799" sldId="456"/>
            <ac:picMk id="13" creationId="{D36863BC-29E7-D93F-007E-E515FAEAF829}"/>
          </ac:picMkLst>
        </pc:picChg>
        <pc:picChg chg="add del mod">
          <ac:chgData name="Yunlong Jia" userId="6b7af21b-5f2a-4116-95e0-5cdc728d2113" providerId="ADAL" clId="{685294D3-F7EC-C740-896C-17627AFAF14E}" dt="2024-10-14T15:25:35.287" v="663" actId="478"/>
          <ac:picMkLst>
            <pc:docMk/>
            <pc:sldMk cId="707374799" sldId="456"/>
            <ac:picMk id="14" creationId="{5EAD085B-10C1-FEC2-0DDC-50D7F285090F}"/>
          </ac:picMkLst>
        </pc:picChg>
        <pc:picChg chg="add mod">
          <ac:chgData name="Yunlong Jia" userId="6b7af21b-5f2a-4116-95e0-5cdc728d2113" providerId="ADAL" clId="{685294D3-F7EC-C740-896C-17627AFAF14E}" dt="2024-10-14T17:14:29.195" v="788" actId="1076"/>
          <ac:picMkLst>
            <pc:docMk/>
            <pc:sldMk cId="707374799" sldId="456"/>
            <ac:picMk id="15" creationId="{64EF727A-5AFA-8AE6-A0E8-9976E8DCEE3A}"/>
          </ac:picMkLst>
        </pc:picChg>
      </pc:sldChg>
      <pc:sldChg chg="addSp delSp modSp new mod modNotesTx">
        <pc:chgData name="Yunlong Jia" userId="6b7af21b-5f2a-4116-95e0-5cdc728d2113" providerId="ADAL" clId="{685294D3-F7EC-C740-896C-17627AFAF14E}" dt="2024-10-14T18:30:09.818" v="1042" actId="1076"/>
        <pc:sldMkLst>
          <pc:docMk/>
          <pc:sldMk cId="4104676503" sldId="457"/>
        </pc:sldMkLst>
        <pc:spChg chg="add mod">
          <ac:chgData name="Yunlong Jia" userId="6b7af21b-5f2a-4116-95e0-5cdc728d2113" providerId="ADAL" clId="{685294D3-F7EC-C740-896C-17627AFAF14E}" dt="2024-10-14T18:30:09.818" v="1042" actId="1076"/>
          <ac:spMkLst>
            <pc:docMk/>
            <pc:sldMk cId="4104676503" sldId="457"/>
            <ac:spMk id="7" creationId="{850929A2-E60E-DB2A-405B-C686136D4987}"/>
          </ac:spMkLst>
        </pc:spChg>
        <pc:spChg chg="add del">
          <ac:chgData name="Yunlong Jia" userId="6b7af21b-5f2a-4116-95e0-5cdc728d2113" providerId="ADAL" clId="{685294D3-F7EC-C740-896C-17627AFAF14E}" dt="2024-10-14T17:07:43.805" v="754" actId="478"/>
          <ac:spMkLst>
            <pc:docMk/>
            <pc:sldMk cId="4104676503" sldId="457"/>
            <ac:spMk id="9" creationId="{B2AFA76B-AB9E-EE6A-CC9F-5784669AA298}"/>
          </ac:spMkLst>
        </pc:spChg>
        <pc:spChg chg="add del">
          <ac:chgData name="Yunlong Jia" userId="6b7af21b-5f2a-4116-95e0-5cdc728d2113" providerId="ADAL" clId="{685294D3-F7EC-C740-896C-17627AFAF14E}" dt="2024-10-14T17:08:01.773" v="756" actId="478"/>
          <ac:spMkLst>
            <pc:docMk/>
            <pc:sldMk cId="4104676503" sldId="457"/>
            <ac:spMk id="10" creationId="{FCD7E379-5F3D-1852-F69A-ED5E878FE884}"/>
          </ac:spMkLst>
        </pc:spChg>
        <pc:spChg chg="add del mod">
          <ac:chgData name="Yunlong Jia" userId="6b7af21b-5f2a-4116-95e0-5cdc728d2113" providerId="ADAL" clId="{685294D3-F7EC-C740-896C-17627AFAF14E}" dt="2024-10-14T17:11:15.801" v="775" actId="478"/>
          <ac:spMkLst>
            <pc:docMk/>
            <pc:sldMk cId="4104676503" sldId="457"/>
            <ac:spMk id="11" creationId="{B39F305D-709E-E06A-BE08-FC93C6C62D6A}"/>
          </ac:spMkLst>
        </pc:spChg>
        <pc:spChg chg="add del mod">
          <ac:chgData name="Yunlong Jia" userId="6b7af21b-5f2a-4116-95e0-5cdc728d2113" providerId="ADAL" clId="{685294D3-F7EC-C740-896C-17627AFAF14E}" dt="2024-10-14T17:18:35.634" v="1004" actId="478"/>
          <ac:spMkLst>
            <pc:docMk/>
            <pc:sldMk cId="4104676503" sldId="457"/>
            <ac:spMk id="12" creationId="{BD324E27-BCA7-E9C6-C967-AB9E14F139D5}"/>
          </ac:spMkLst>
        </pc:spChg>
        <pc:spChg chg="add del mod">
          <ac:chgData name="Yunlong Jia" userId="6b7af21b-5f2a-4116-95e0-5cdc728d2113" providerId="ADAL" clId="{685294D3-F7EC-C740-896C-17627AFAF14E}" dt="2024-10-14T17:18:33.638" v="1003" actId="478"/>
          <ac:spMkLst>
            <pc:docMk/>
            <pc:sldMk cId="4104676503" sldId="457"/>
            <ac:spMk id="13" creationId="{A961A110-DE10-5229-FA58-68700EC8E8BA}"/>
          </ac:spMkLst>
        </pc:spChg>
        <pc:spChg chg="add del mod">
          <ac:chgData name="Yunlong Jia" userId="6b7af21b-5f2a-4116-95e0-5cdc728d2113" providerId="ADAL" clId="{685294D3-F7EC-C740-896C-17627AFAF14E}" dt="2024-10-14T17:11:09.248" v="774" actId="478"/>
          <ac:spMkLst>
            <pc:docMk/>
            <pc:sldMk cId="4104676503" sldId="457"/>
            <ac:spMk id="14" creationId="{353AC497-B5DE-394E-4F05-3C89ACA29618}"/>
          </ac:spMkLst>
        </pc:spChg>
        <pc:spChg chg="add del mod">
          <ac:chgData name="Yunlong Jia" userId="6b7af21b-5f2a-4116-95e0-5cdc728d2113" providerId="ADAL" clId="{685294D3-F7EC-C740-896C-17627AFAF14E}" dt="2024-10-14T17:12:07.431" v="780" actId="478"/>
          <ac:spMkLst>
            <pc:docMk/>
            <pc:sldMk cId="4104676503" sldId="457"/>
            <ac:spMk id="15" creationId="{7B6B542D-2C06-6EF9-FAF8-4FD543BD99BA}"/>
          </ac:spMkLst>
        </pc:spChg>
        <pc:spChg chg="add mod">
          <ac:chgData name="Yunlong Jia" userId="6b7af21b-5f2a-4116-95e0-5cdc728d2113" providerId="ADAL" clId="{685294D3-F7EC-C740-896C-17627AFAF14E}" dt="2024-10-14T18:19:15.889" v="1028" actId="1076"/>
          <ac:spMkLst>
            <pc:docMk/>
            <pc:sldMk cId="4104676503" sldId="457"/>
            <ac:spMk id="18" creationId="{69289A51-949B-3D8B-D6E7-95CD34ABBCA7}"/>
          </ac:spMkLst>
        </pc:spChg>
        <pc:spChg chg="add mod">
          <ac:chgData name="Yunlong Jia" userId="6b7af21b-5f2a-4116-95e0-5cdc728d2113" providerId="ADAL" clId="{685294D3-F7EC-C740-896C-17627AFAF14E}" dt="2024-10-14T18:19:15.889" v="1028" actId="1076"/>
          <ac:spMkLst>
            <pc:docMk/>
            <pc:sldMk cId="4104676503" sldId="457"/>
            <ac:spMk id="19" creationId="{E64309CC-50B2-2E4F-3282-28DE1959864F}"/>
          </ac:spMkLst>
        </pc:spChg>
        <pc:spChg chg="add del mod">
          <ac:chgData name="Yunlong Jia" userId="6b7af21b-5f2a-4116-95e0-5cdc728d2113" providerId="ADAL" clId="{685294D3-F7EC-C740-896C-17627AFAF14E}" dt="2024-10-14T17:16:19.414" v="818"/>
          <ac:spMkLst>
            <pc:docMk/>
            <pc:sldMk cId="4104676503" sldId="457"/>
            <ac:spMk id="20" creationId="{75CE099E-B622-5A50-C8B3-EAA67563D0BB}"/>
          </ac:spMkLst>
        </pc:spChg>
        <pc:spChg chg="add mod">
          <ac:chgData name="Yunlong Jia" userId="6b7af21b-5f2a-4116-95e0-5cdc728d2113" providerId="ADAL" clId="{685294D3-F7EC-C740-896C-17627AFAF14E}" dt="2024-10-14T18:19:15.889" v="1028" actId="1076"/>
          <ac:spMkLst>
            <pc:docMk/>
            <pc:sldMk cId="4104676503" sldId="457"/>
            <ac:spMk id="21" creationId="{494A0A51-56BF-FF9E-FD31-2C97AE60F553}"/>
          </ac:spMkLst>
        </pc:spChg>
        <pc:spChg chg="add mod">
          <ac:chgData name="Yunlong Jia" userId="6b7af21b-5f2a-4116-95e0-5cdc728d2113" providerId="ADAL" clId="{685294D3-F7EC-C740-896C-17627AFAF14E}" dt="2024-10-14T18:19:15.889" v="1028" actId="1076"/>
          <ac:spMkLst>
            <pc:docMk/>
            <pc:sldMk cId="4104676503" sldId="457"/>
            <ac:spMk id="22" creationId="{1DCF3F1D-A89F-9A11-2313-3DA9F8502CEA}"/>
          </ac:spMkLst>
        </pc:spChg>
        <pc:spChg chg="add mod">
          <ac:chgData name="Yunlong Jia" userId="6b7af21b-5f2a-4116-95e0-5cdc728d2113" providerId="ADAL" clId="{685294D3-F7EC-C740-896C-17627AFAF14E}" dt="2024-10-14T18:19:15.889" v="1028" actId="1076"/>
          <ac:spMkLst>
            <pc:docMk/>
            <pc:sldMk cId="4104676503" sldId="457"/>
            <ac:spMk id="23" creationId="{8A98BF88-F457-2433-D63B-AABA28A81722}"/>
          </ac:spMkLst>
        </pc:spChg>
        <pc:spChg chg="add mod">
          <ac:chgData name="Yunlong Jia" userId="6b7af21b-5f2a-4116-95e0-5cdc728d2113" providerId="ADAL" clId="{685294D3-F7EC-C740-896C-17627AFAF14E}" dt="2024-10-14T18:19:15.889" v="1028" actId="1076"/>
          <ac:spMkLst>
            <pc:docMk/>
            <pc:sldMk cId="4104676503" sldId="457"/>
            <ac:spMk id="26" creationId="{A1A002D3-6E2F-C220-DF76-AC7B955E958B}"/>
          </ac:spMkLst>
        </pc:spChg>
        <pc:spChg chg="add mod">
          <ac:chgData name="Yunlong Jia" userId="6b7af21b-5f2a-4116-95e0-5cdc728d2113" providerId="ADAL" clId="{685294D3-F7EC-C740-896C-17627AFAF14E}" dt="2024-10-14T18:19:15.889" v="1028" actId="1076"/>
          <ac:spMkLst>
            <pc:docMk/>
            <pc:sldMk cId="4104676503" sldId="457"/>
            <ac:spMk id="27" creationId="{C24BF151-CD6A-46B1-9585-4E9DCEC08583}"/>
          </ac:spMkLst>
        </pc:spChg>
        <pc:spChg chg="add mod">
          <ac:chgData name="Yunlong Jia" userId="6b7af21b-5f2a-4116-95e0-5cdc728d2113" providerId="ADAL" clId="{685294D3-F7EC-C740-896C-17627AFAF14E}" dt="2024-10-14T18:19:15.889" v="1028" actId="1076"/>
          <ac:spMkLst>
            <pc:docMk/>
            <pc:sldMk cId="4104676503" sldId="457"/>
            <ac:spMk id="28" creationId="{D285F626-8B10-B9DA-A2D7-B948759D8CA5}"/>
          </ac:spMkLst>
        </pc:spChg>
        <pc:spChg chg="add mod">
          <ac:chgData name="Yunlong Jia" userId="6b7af21b-5f2a-4116-95e0-5cdc728d2113" providerId="ADAL" clId="{685294D3-F7EC-C740-896C-17627AFAF14E}" dt="2024-10-14T18:19:15.889" v="1028" actId="1076"/>
          <ac:spMkLst>
            <pc:docMk/>
            <pc:sldMk cId="4104676503" sldId="457"/>
            <ac:spMk id="29" creationId="{43EED312-B021-2954-4626-3835564D3266}"/>
          </ac:spMkLst>
        </pc:spChg>
        <pc:picChg chg="add del mod">
          <ac:chgData name="Yunlong Jia" userId="6b7af21b-5f2a-4116-95e0-5cdc728d2113" providerId="ADAL" clId="{685294D3-F7EC-C740-896C-17627AFAF14E}" dt="2024-10-14T16:51:40.282" v="673" actId="478"/>
          <ac:picMkLst>
            <pc:docMk/>
            <pc:sldMk cId="4104676503" sldId="457"/>
            <ac:picMk id="2" creationId="{E6AB549F-0B73-719B-1E16-CF8C6F2D4EB0}"/>
          </ac:picMkLst>
        </pc:picChg>
        <pc:picChg chg="add mod">
          <ac:chgData name="Yunlong Jia" userId="6b7af21b-5f2a-4116-95e0-5cdc728d2113" providerId="ADAL" clId="{685294D3-F7EC-C740-896C-17627AFAF14E}" dt="2024-10-14T18:19:21.719" v="1029" actId="1076"/>
          <ac:picMkLst>
            <pc:docMk/>
            <pc:sldMk cId="4104676503" sldId="457"/>
            <ac:picMk id="3" creationId="{63F7D137-F60B-3C10-7FB9-94856BD5AE1A}"/>
          </ac:picMkLst>
        </pc:picChg>
        <pc:picChg chg="add del mod">
          <ac:chgData name="Yunlong Jia" userId="6b7af21b-5f2a-4116-95e0-5cdc728d2113" providerId="ADAL" clId="{685294D3-F7EC-C740-896C-17627AFAF14E}" dt="2024-10-14T16:53:24.203" v="688" actId="478"/>
          <ac:picMkLst>
            <pc:docMk/>
            <pc:sldMk cId="4104676503" sldId="457"/>
            <ac:picMk id="4" creationId="{D734FD3D-220A-2E9F-8C08-92333F6EC2BF}"/>
          </ac:picMkLst>
        </pc:picChg>
        <pc:picChg chg="add mod">
          <ac:chgData name="Yunlong Jia" userId="6b7af21b-5f2a-4116-95e0-5cdc728d2113" providerId="ADAL" clId="{685294D3-F7EC-C740-896C-17627AFAF14E}" dt="2024-10-14T18:19:15.889" v="1028" actId="1076"/>
          <ac:picMkLst>
            <pc:docMk/>
            <pc:sldMk cId="4104676503" sldId="457"/>
            <ac:picMk id="5" creationId="{28F63881-EE81-3C9E-406B-19F5DDDFFBB1}"/>
          </ac:picMkLst>
        </pc:picChg>
        <pc:picChg chg="add mod">
          <ac:chgData name="Yunlong Jia" userId="6b7af21b-5f2a-4116-95e0-5cdc728d2113" providerId="ADAL" clId="{685294D3-F7EC-C740-896C-17627AFAF14E}" dt="2024-10-14T18:19:15.889" v="1028" actId="1076"/>
          <ac:picMkLst>
            <pc:docMk/>
            <pc:sldMk cId="4104676503" sldId="457"/>
            <ac:picMk id="8" creationId="{5F76BCA5-FEBD-FECA-E5A3-7E163A25E1FD}"/>
          </ac:picMkLst>
        </pc:picChg>
        <pc:picChg chg="add mod">
          <ac:chgData name="Yunlong Jia" userId="6b7af21b-5f2a-4116-95e0-5cdc728d2113" providerId="ADAL" clId="{685294D3-F7EC-C740-896C-17627AFAF14E}" dt="2024-10-14T18:19:15.889" v="1028" actId="1076"/>
          <ac:picMkLst>
            <pc:docMk/>
            <pc:sldMk cId="4104676503" sldId="457"/>
            <ac:picMk id="16" creationId="{587229F7-958F-BF4A-11E3-0BE59271EEE9}"/>
          </ac:picMkLst>
        </pc:picChg>
        <pc:picChg chg="add del mod">
          <ac:chgData name="Yunlong Jia" userId="6b7af21b-5f2a-4116-95e0-5cdc728d2113" providerId="ADAL" clId="{685294D3-F7EC-C740-896C-17627AFAF14E}" dt="2024-10-14T17:18:54.693" v="1005" actId="478"/>
          <ac:picMkLst>
            <pc:docMk/>
            <pc:sldMk cId="4104676503" sldId="457"/>
            <ac:picMk id="17" creationId="{027DA6CF-179D-1DA2-24A0-6E5F6D37F72A}"/>
          </ac:picMkLst>
        </pc:picChg>
        <pc:picChg chg="add mod">
          <ac:chgData name="Yunlong Jia" userId="6b7af21b-5f2a-4116-95e0-5cdc728d2113" providerId="ADAL" clId="{685294D3-F7EC-C740-896C-17627AFAF14E}" dt="2024-10-14T18:19:29.495" v="1033" actId="1076"/>
          <ac:picMkLst>
            <pc:docMk/>
            <pc:sldMk cId="4104676503" sldId="457"/>
            <ac:picMk id="24" creationId="{3912F199-ADD0-CF4B-3821-98E09C7C3B17}"/>
          </ac:picMkLst>
        </pc:picChg>
        <pc:picChg chg="add del mod">
          <ac:chgData name="Yunlong Jia" userId="6b7af21b-5f2a-4116-95e0-5cdc728d2113" providerId="ADAL" clId="{685294D3-F7EC-C740-896C-17627AFAF14E}" dt="2024-10-14T17:49:06.791" v="1014" actId="478"/>
          <ac:picMkLst>
            <pc:docMk/>
            <pc:sldMk cId="4104676503" sldId="457"/>
            <ac:picMk id="30" creationId="{3D790EBD-1318-EB75-2081-C01DDE224E60}"/>
          </ac:picMkLst>
        </pc:picChg>
        <pc:picChg chg="add mod modCrop">
          <ac:chgData name="Yunlong Jia" userId="6b7af21b-5f2a-4116-95e0-5cdc728d2113" providerId="ADAL" clId="{685294D3-F7EC-C740-896C-17627AFAF14E}" dt="2024-10-14T18:19:24.380" v="1030" actId="1076"/>
          <ac:picMkLst>
            <pc:docMk/>
            <pc:sldMk cId="4104676503" sldId="457"/>
            <ac:picMk id="32" creationId="{8E6DB3B2-2D0B-7BA4-1A03-E8752C0DE8DD}"/>
          </ac:picMkLst>
        </pc:picChg>
      </pc:sldChg>
      <pc:sldChg chg="addSp delSp modSp new mod">
        <pc:chgData name="Yunlong Jia" userId="6b7af21b-5f2a-4116-95e0-5cdc728d2113" providerId="ADAL" clId="{685294D3-F7EC-C740-896C-17627AFAF14E}" dt="2024-10-16T04:26:34.789" v="1695" actId="478"/>
        <pc:sldMkLst>
          <pc:docMk/>
          <pc:sldMk cId="1109778232" sldId="458"/>
        </pc:sldMkLst>
        <pc:spChg chg="add mod">
          <ac:chgData name="Yunlong Jia" userId="6b7af21b-5f2a-4116-95e0-5cdc728d2113" providerId="ADAL" clId="{685294D3-F7EC-C740-896C-17627AFAF14E}" dt="2024-10-14T18:30:21.800" v="1057" actId="20577"/>
          <ac:spMkLst>
            <pc:docMk/>
            <pc:sldMk cId="1109778232" sldId="458"/>
            <ac:spMk id="3" creationId="{C9A3A95D-0600-4033-DEC3-9D198C015AEC}"/>
          </ac:spMkLst>
        </pc:spChg>
        <pc:spChg chg="add mod">
          <ac:chgData name="Yunlong Jia" userId="6b7af21b-5f2a-4116-95e0-5cdc728d2113" providerId="ADAL" clId="{685294D3-F7EC-C740-896C-17627AFAF14E}" dt="2024-10-14T18:50:08.870" v="1114" actId="1037"/>
          <ac:spMkLst>
            <pc:docMk/>
            <pc:sldMk cId="1109778232" sldId="458"/>
            <ac:spMk id="10" creationId="{7EFCC027-C378-019E-5D7A-5383C23DDBB8}"/>
          </ac:spMkLst>
        </pc:spChg>
        <pc:spChg chg="add mod">
          <ac:chgData name="Yunlong Jia" userId="6b7af21b-5f2a-4116-95e0-5cdc728d2113" providerId="ADAL" clId="{685294D3-F7EC-C740-896C-17627AFAF14E}" dt="2024-10-14T18:50:33.450" v="1121" actId="1037"/>
          <ac:spMkLst>
            <pc:docMk/>
            <pc:sldMk cId="1109778232" sldId="458"/>
            <ac:spMk id="11" creationId="{3CFF5198-17A0-8F48-39A2-99E0538F01B3}"/>
          </ac:spMkLst>
        </pc:spChg>
        <pc:spChg chg="add mod">
          <ac:chgData name="Yunlong Jia" userId="6b7af21b-5f2a-4116-95e0-5cdc728d2113" providerId="ADAL" clId="{685294D3-F7EC-C740-896C-17627AFAF14E}" dt="2024-10-14T18:50:44.748" v="1128" actId="1037"/>
          <ac:spMkLst>
            <pc:docMk/>
            <pc:sldMk cId="1109778232" sldId="458"/>
            <ac:spMk id="12" creationId="{10FA8DB6-57FD-873E-9832-B24F6C348269}"/>
          </ac:spMkLst>
        </pc:spChg>
        <pc:spChg chg="add mod">
          <ac:chgData name="Yunlong Jia" userId="6b7af21b-5f2a-4116-95e0-5cdc728d2113" providerId="ADAL" clId="{685294D3-F7EC-C740-896C-17627AFAF14E}" dt="2024-10-14T18:51:08.259" v="1139" actId="1076"/>
          <ac:spMkLst>
            <pc:docMk/>
            <pc:sldMk cId="1109778232" sldId="458"/>
            <ac:spMk id="13" creationId="{99D429B0-337A-14B0-51E7-12C93CE443F0}"/>
          </ac:spMkLst>
        </pc:spChg>
        <pc:spChg chg="add mod">
          <ac:chgData name="Yunlong Jia" userId="6b7af21b-5f2a-4116-95e0-5cdc728d2113" providerId="ADAL" clId="{685294D3-F7EC-C740-896C-17627AFAF14E}" dt="2024-10-14T18:51:04.801" v="1138" actId="1037"/>
          <ac:spMkLst>
            <pc:docMk/>
            <pc:sldMk cId="1109778232" sldId="458"/>
            <ac:spMk id="14" creationId="{7964B20A-3594-6440-179F-5503F1C88DDB}"/>
          </ac:spMkLst>
        </pc:spChg>
        <pc:spChg chg="add mod">
          <ac:chgData name="Yunlong Jia" userId="6b7af21b-5f2a-4116-95e0-5cdc728d2113" providerId="ADAL" clId="{685294D3-F7EC-C740-896C-17627AFAF14E}" dt="2024-10-14T18:50:40.536" v="1125" actId="14100"/>
          <ac:spMkLst>
            <pc:docMk/>
            <pc:sldMk cId="1109778232" sldId="458"/>
            <ac:spMk id="15" creationId="{24002F6D-3E5C-87B1-D92F-DD8F5B894A31}"/>
          </ac:spMkLst>
        </pc:spChg>
        <pc:spChg chg="add mod">
          <ac:chgData name="Yunlong Jia" userId="6b7af21b-5f2a-4116-95e0-5cdc728d2113" providerId="ADAL" clId="{685294D3-F7EC-C740-896C-17627AFAF14E}" dt="2024-10-14T18:52:00.749" v="1156" actId="14100"/>
          <ac:spMkLst>
            <pc:docMk/>
            <pc:sldMk cId="1109778232" sldId="458"/>
            <ac:spMk id="16" creationId="{592559EE-68F6-761A-B5D5-8C5658C855E1}"/>
          </ac:spMkLst>
        </pc:spChg>
        <pc:spChg chg="add del mod">
          <ac:chgData name="Yunlong Jia" userId="6b7af21b-5f2a-4116-95e0-5cdc728d2113" providerId="ADAL" clId="{685294D3-F7EC-C740-896C-17627AFAF14E}" dt="2024-10-14T18:50:13.198" v="1116"/>
          <ac:spMkLst>
            <pc:docMk/>
            <pc:sldMk cId="1109778232" sldId="458"/>
            <ac:spMk id="17" creationId="{E1E8DEC0-F723-5284-A42E-5B4CC55ADA20}"/>
          </ac:spMkLst>
        </pc:spChg>
        <pc:spChg chg="add mod">
          <ac:chgData name="Yunlong Jia" userId="6b7af21b-5f2a-4116-95e0-5cdc728d2113" providerId="ADAL" clId="{685294D3-F7EC-C740-896C-17627AFAF14E}" dt="2024-10-14T18:50:55.746" v="1132" actId="20577"/>
          <ac:spMkLst>
            <pc:docMk/>
            <pc:sldMk cId="1109778232" sldId="458"/>
            <ac:spMk id="18" creationId="{87A1FD3F-C33C-85B0-59E7-0FFB520980D5}"/>
          </ac:spMkLst>
        </pc:spChg>
        <pc:spChg chg="add mod">
          <ac:chgData name="Yunlong Jia" userId="6b7af21b-5f2a-4116-95e0-5cdc728d2113" providerId="ADAL" clId="{685294D3-F7EC-C740-896C-17627AFAF14E}" dt="2024-10-14T18:51:21.057" v="1143" actId="20577"/>
          <ac:spMkLst>
            <pc:docMk/>
            <pc:sldMk cId="1109778232" sldId="458"/>
            <ac:spMk id="19" creationId="{E00367D1-064B-5BF9-3A2E-6585011272DB}"/>
          </ac:spMkLst>
        </pc:spChg>
        <pc:spChg chg="add mod">
          <ac:chgData name="Yunlong Jia" userId="6b7af21b-5f2a-4116-95e0-5cdc728d2113" providerId="ADAL" clId="{685294D3-F7EC-C740-896C-17627AFAF14E}" dt="2024-10-14T18:51:32.743" v="1148" actId="1036"/>
          <ac:spMkLst>
            <pc:docMk/>
            <pc:sldMk cId="1109778232" sldId="458"/>
            <ac:spMk id="20" creationId="{A4F60DEE-2017-3AA7-836B-99998967677B}"/>
          </ac:spMkLst>
        </pc:spChg>
        <pc:spChg chg="add del mod">
          <ac:chgData name="Yunlong Jia" userId="6b7af21b-5f2a-4116-95e0-5cdc728d2113" providerId="ADAL" clId="{685294D3-F7EC-C740-896C-17627AFAF14E}" dt="2024-10-14T18:52:15.125" v="1158"/>
          <ac:spMkLst>
            <pc:docMk/>
            <pc:sldMk cId="1109778232" sldId="458"/>
            <ac:spMk id="21" creationId="{17B91AF8-8778-D6C7-4A17-0112C155FEC1}"/>
          </ac:spMkLst>
        </pc:spChg>
        <pc:spChg chg="add mod">
          <ac:chgData name="Yunlong Jia" userId="6b7af21b-5f2a-4116-95e0-5cdc728d2113" providerId="ADAL" clId="{685294D3-F7EC-C740-896C-17627AFAF14E}" dt="2024-10-14T18:51:44.391" v="1152" actId="20577"/>
          <ac:spMkLst>
            <pc:docMk/>
            <pc:sldMk cId="1109778232" sldId="458"/>
            <ac:spMk id="22" creationId="{8CD2ABC6-4E34-139B-02FD-E92DBE313143}"/>
          </ac:spMkLst>
        </pc:spChg>
        <pc:picChg chg="add mod">
          <ac:chgData name="Yunlong Jia" userId="6b7af21b-5f2a-4116-95e0-5cdc728d2113" providerId="ADAL" clId="{685294D3-F7EC-C740-896C-17627AFAF14E}" dt="2024-10-14T18:50:17.669" v="1117" actId="1076"/>
          <ac:picMkLst>
            <pc:docMk/>
            <pc:sldMk cId="1109778232" sldId="458"/>
            <ac:picMk id="2" creationId="{21F91A80-5753-3C46-B954-ACAD9F291670}"/>
          </ac:picMkLst>
        </pc:picChg>
        <pc:picChg chg="add mod">
          <ac:chgData name="Yunlong Jia" userId="6b7af21b-5f2a-4116-95e0-5cdc728d2113" providerId="ADAL" clId="{685294D3-F7EC-C740-896C-17627AFAF14E}" dt="2024-10-14T18:35:19.494" v="1063" actId="1076"/>
          <ac:picMkLst>
            <pc:docMk/>
            <pc:sldMk cId="1109778232" sldId="458"/>
            <ac:picMk id="4" creationId="{4BC99857-C47D-84E0-879D-F6756E2A9449}"/>
          </ac:picMkLst>
        </pc:picChg>
        <pc:picChg chg="add mod">
          <ac:chgData name="Yunlong Jia" userId="6b7af21b-5f2a-4116-95e0-5cdc728d2113" providerId="ADAL" clId="{685294D3-F7EC-C740-896C-17627AFAF14E}" dt="2024-10-14T18:37:36.803" v="1069" actId="1076"/>
          <ac:picMkLst>
            <pc:docMk/>
            <pc:sldMk cId="1109778232" sldId="458"/>
            <ac:picMk id="5" creationId="{7AB78D59-8F49-B72F-AC5F-9DABC097E46A}"/>
          </ac:picMkLst>
        </pc:picChg>
        <pc:picChg chg="add mod">
          <ac:chgData name="Yunlong Jia" userId="6b7af21b-5f2a-4116-95e0-5cdc728d2113" providerId="ADAL" clId="{685294D3-F7EC-C740-896C-17627AFAF14E}" dt="2024-10-14T18:39:38.045" v="1074" actId="14100"/>
          <ac:picMkLst>
            <pc:docMk/>
            <pc:sldMk cId="1109778232" sldId="458"/>
            <ac:picMk id="6" creationId="{CA87BFAA-D458-2FEA-8F73-9A5F34777EA4}"/>
          </ac:picMkLst>
        </pc:picChg>
        <pc:picChg chg="add del mod">
          <ac:chgData name="Yunlong Jia" userId="6b7af21b-5f2a-4116-95e0-5cdc728d2113" providerId="ADAL" clId="{685294D3-F7EC-C740-896C-17627AFAF14E}" dt="2024-10-14T18:42:43.512" v="1086" actId="478"/>
          <ac:picMkLst>
            <pc:docMk/>
            <pc:sldMk cId="1109778232" sldId="458"/>
            <ac:picMk id="7" creationId="{0A598970-2997-AED5-00E3-8C0CCC84D5FF}"/>
          </ac:picMkLst>
        </pc:picChg>
        <pc:picChg chg="add mod">
          <ac:chgData name="Yunlong Jia" userId="6b7af21b-5f2a-4116-95e0-5cdc728d2113" providerId="ADAL" clId="{685294D3-F7EC-C740-896C-17627AFAF14E}" dt="2024-10-14T18:47:26.564" v="1092" actId="1076"/>
          <ac:picMkLst>
            <pc:docMk/>
            <pc:sldMk cId="1109778232" sldId="458"/>
            <ac:picMk id="8" creationId="{9C929A5C-4918-3D7D-9804-61C09AE0118D}"/>
          </ac:picMkLst>
        </pc:picChg>
        <pc:picChg chg="add mod">
          <ac:chgData name="Yunlong Jia" userId="6b7af21b-5f2a-4116-95e0-5cdc728d2113" providerId="ADAL" clId="{685294D3-F7EC-C740-896C-17627AFAF14E}" dt="2024-10-14T18:47:24.325" v="1091" actId="1076"/>
          <ac:picMkLst>
            <pc:docMk/>
            <pc:sldMk cId="1109778232" sldId="458"/>
            <ac:picMk id="9" creationId="{577A5621-8037-046B-8816-D8813A71E63F}"/>
          </ac:picMkLst>
        </pc:picChg>
        <pc:picChg chg="add del mod">
          <ac:chgData name="Yunlong Jia" userId="6b7af21b-5f2a-4116-95e0-5cdc728d2113" providerId="ADAL" clId="{685294D3-F7EC-C740-896C-17627AFAF14E}" dt="2024-10-16T04:22:22.879" v="1676" actId="478"/>
          <ac:picMkLst>
            <pc:docMk/>
            <pc:sldMk cId="1109778232" sldId="458"/>
            <ac:picMk id="23" creationId="{F9E6E7D5-5407-EF84-08DA-44B4F89E7A76}"/>
          </ac:picMkLst>
        </pc:picChg>
        <pc:picChg chg="add del mod">
          <ac:chgData name="Yunlong Jia" userId="6b7af21b-5f2a-4116-95e0-5cdc728d2113" providerId="ADAL" clId="{685294D3-F7EC-C740-896C-17627AFAF14E}" dt="2024-10-16T04:24:45.119" v="1691" actId="478"/>
          <ac:picMkLst>
            <pc:docMk/>
            <pc:sldMk cId="1109778232" sldId="458"/>
            <ac:picMk id="24" creationId="{D5C7601B-453B-0F74-B21B-EF02758C6121}"/>
          </ac:picMkLst>
        </pc:picChg>
        <pc:picChg chg="add del mod">
          <ac:chgData name="Yunlong Jia" userId="6b7af21b-5f2a-4116-95e0-5cdc728d2113" providerId="ADAL" clId="{685294D3-F7EC-C740-896C-17627AFAF14E}" dt="2024-10-16T04:23:37.033" v="1685" actId="478"/>
          <ac:picMkLst>
            <pc:docMk/>
            <pc:sldMk cId="1109778232" sldId="458"/>
            <ac:picMk id="25" creationId="{FA7093D8-81EA-4694-F7AF-F6008DCF7F78}"/>
          </ac:picMkLst>
        </pc:picChg>
        <pc:picChg chg="add del mod">
          <ac:chgData name="Yunlong Jia" userId="6b7af21b-5f2a-4116-95e0-5cdc728d2113" providerId="ADAL" clId="{685294D3-F7EC-C740-896C-17627AFAF14E}" dt="2024-10-16T04:26:33.068" v="1694" actId="478"/>
          <ac:picMkLst>
            <pc:docMk/>
            <pc:sldMk cId="1109778232" sldId="458"/>
            <ac:picMk id="26" creationId="{5CF82745-8424-2909-A138-494B7DC573E9}"/>
          </ac:picMkLst>
        </pc:picChg>
        <pc:picChg chg="add del mod">
          <ac:chgData name="Yunlong Jia" userId="6b7af21b-5f2a-4116-95e0-5cdc728d2113" providerId="ADAL" clId="{685294D3-F7EC-C740-896C-17627AFAF14E}" dt="2024-10-16T04:26:34.789" v="1695" actId="478"/>
          <ac:picMkLst>
            <pc:docMk/>
            <pc:sldMk cId="1109778232" sldId="458"/>
            <ac:picMk id="27" creationId="{A08648A0-06C9-4514-3AC2-67461DE025EC}"/>
          </ac:picMkLst>
        </pc:picChg>
      </pc:sldChg>
      <pc:sldChg chg="addSp delSp modSp add mod modNotesTx">
        <pc:chgData name="Yunlong Jia" userId="6b7af21b-5f2a-4116-95e0-5cdc728d2113" providerId="ADAL" clId="{685294D3-F7EC-C740-896C-17627AFAF14E}" dt="2024-10-14T20:39:00.408" v="1441" actId="1076"/>
        <pc:sldMkLst>
          <pc:docMk/>
          <pc:sldMk cId="190676665" sldId="459"/>
        </pc:sldMkLst>
        <pc:spChg chg="mod">
          <ac:chgData name="Yunlong Jia" userId="6b7af21b-5f2a-4116-95e0-5cdc728d2113" providerId="ADAL" clId="{685294D3-F7EC-C740-896C-17627AFAF14E}" dt="2024-10-14T18:52:28.962" v="1176" actId="20577"/>
          <ac:spMkLst>
            <pc:docMk/>
            <pc:sldMk cId="190676665" sldId="459"/>
            <ac:spMk id="3" creationId="{C9A3A95D-0600-4033-DEC3-9D198C015AEC}"/>
          </ac:spMkLst>
        </pc:spChg>
        <pc:spChg chg="mod">
          <ac:chgData name="Yunlong Jia" userId="6b7af21b-5f2a-4116-95e0-5cdc728d2113" providerId="ADAL" clId="{685294D3-F7EC-C740-896C-17627AFAF14E}" dt="2024-10-14T19:35:07.663" v="1240" actId="1035"/>
          <ac:spMkLst>
            <pc:docMk/>
            <pc:sldMk cId="190676665" sldId="459"/>
            <ac:spMk id="10" creationId="{7EFCC027-C378-019E-5D7A-5383C23DDBB8}"/>
          </ac:spMkLst>
        </pc:spChg>
        <pc:spChg chg="del">
          <ac:chgData name="Yunlong Jia" userId="6b7af21b-5f2a-4116-95e0-5cdc728d2113" providerId="ADAL" clId="{685294D3-F7EC-C740-896C-17627AFAF14E}" dt="2024-10-14T19:35:33.223" v="1255" actId="478"/>
          <ac:spMkLst>
            <pc:docMk/>
            <pc:sldMk cId="190676665" sldId="459"/>
            <ac:spMk id="11" creationId="{3CFF5198-17A0-8F48-39A2-99E0538F01B3}"/>
          </ac:spMkLst>
        </pc:spChg>
        <pc:spChg chg="del">
          <ac:chgData name="Yunlong Jia" userId="6b7af21b-5f2a-4116-95e0-5cdc728d2113" providerId="ADAL" clId="{685294D3-F7EC-C740-896C-17627AFAF14E}" dt="2024-10-14T19:35:34.513" v="1256" actId="478"/>
          <ac:spMkLst>
            <pc:docMk/>
            <pc:sldMk cId="190676665" sldId="459"/>
            <ac:spMk id="12" creationId="{10FA8DB6-57FD-873E-9832-B24F6C348269}"/>
          </ac:spMkLst>
        </pc:spChg>
        <pc:spChg chg="mod">
          <ac:chgData name="Yunlong Jia" userId="6b7af21b-5f2a-4116-95e0-5cdc728d2113" providerId="ADAL" clId="{685294D3-F7EC-C740-896C-17627AFAF14E}" dt="2024-10-14T19:36:00.644" v="1271" actId="1038"/>
          <ac:spMkLst>
            <pc:docMk/>
            <pc:sldMk cId="190676665" sldId="459"/>
            <ac:spMk id="13" creationId="{99D429B0-337A-14B0-51E7-12C93CE443F0}"/>
          </ac:spMkLst>
        </pc:spChg>
        <pc:spChg chg="mod">
          <ac:chgData name="Yunlong Jia" userId="6b7af21b-5f2a-4116-95e0-5cdc728d2113" providerId="ADAL" clId="{685294D3-F7EC-C740-896C-17627AFAF14E}" dt="2024-10-14T19:35:19.381" v="1245" actId="1036"/>
          <ac:spMkLst>
            <pc:docMk/>
            <pc:sldMk cId="190676665" sldId="459"/>
            <ac:spMk id="14" creationId="{7964B20A-3594-6440-179F-5503F1C88DDB}"/>
          </ac:spMkLst>
        </pc:spChg>
        <pc:spChg chg="del">
          <ac:chgData name="Yunlong Jia" userId="6b7af21b-5f2a-4116-95e0-5cdc728d2113" providerId="ADAL" clId="{685294D3-F7EC-C740-896C-17627AFAF14E}" dt="2024-10-14T19:35:31.888" v="1254" actId="478"/>
          <ac:spMkLst>
            <pc:docMk/>
            <pc:sldMk cId="190676665" sldId="459"/>
            <ac:spMk id="15" creationId="{24002F6D-3E5C-87B1-D92F-DD8F5B894A31}"/>
          </ac:spMkLst>
        </pc:spChg>
        <pc:spChg chg="mod">
          <ac:chgData name="Yunlong Jia" userId="6b7af21b-5f2a-4116-95e0-5cdc728d2113" providerId="ADAL" clId="{685294D3-F7EC-C740-896C-17627AFAF14E}" dt="2024-10-14T19:35:30.007" v="1253" actId="1036"/>
          <ac:spMkLst>
            <pc:docMk/>
            <pc:sldMk cId="190676665" sldId="459"/>
            <ac:spMk id="16" creationId="{592559EE-68F6-761A-B5D5-8C5658C855E1}"/>
          </ac:spMkLst>
        </pc:spChg>
        <pc:spChg chg="del">
          <ac:chgData name="Yunlong Jia" userId="6b7af21b-5f2a-4116-95e0-5cdc728d2113" providerId="ADAL" clId="{685294D3-F7EC-C740-896C-17627AFAF14E}" dt="2024-10-14T19:35:36.001" v="1257" actId="478"/>
          <ac:spMkLst>
            <pc:docMk/>
            <pc:sldMk cId="190676665" sldId="459"/>
            <ac:spMk id="18" creationId="{87A1FD3F-C33C-85B0-59E7-0FFB520980D5}"/>
          </ac:spMkLst>
        </pc:spChg>
        <pc:spChg chg="mod">
          <ac:chgData name="Yunlong Jia" userId="6b7af21b-5f2a-4116-95e0-5cdc728d2113" providerId="ADAL" clId="{685294D3-F7EC-C740-896C-17627AFAF14E}" dt="2024-10-14T19:36:07.651" v="1279" actId="1035"/>
          <ac:spMkLst>
            <pc:docMk/>
            <pc:sldMk cId="190676665" sldId="459"/>
            <ac:spMk id="19" creationId="{E00367D1-064B-5BF9-3A2E-6585011272DB}"/>
          </ac:spMkLst>
        </pc:spChg>
        <pc:spChg chg="del">
          <ac:chgData name="Yunlong Jia" userId="6b7af21b-5f2a-4116-95e0-5cdc728d2113" providerId="ADAL" clId="{685294D3-F7EC-C740-896C-17627AFAF14E}" dt="2024-10-14T19:35:53.167" v="1258" actId="478"/>
          <ac:spMkLst>
            <pc:docMk/>
            <pc:sldMk cId="190676665" sldId="459"/>
            <ac:spMk id="20" creationId="{A4F60DEE-2017-3AA7-836B-99998967677B}"/>
          </ac:spMkLst>
        </pc:spChg>
        <pc:spChg chg="del">
          <ac:chgData name="Yunlong Jia" userId="6b7af21b-5f2a-4116-95e0-5cdc728d2113" providerId="ADAL" clId="{685294D3-F7EC-C740-896C-17627AFAF14E}" dt="2024-10-14T19:35:55.211" v="1259" actId="478"/>
          <ac:spMkLst>
            <pc:docMk/>
            <pc:sldMk cId="190676665" sldId="459"/>
            <ac:spMk id="22" creationId="{8CD2ABC6-4E34-139B-02FD-E92DBE313143}"/>
          </ac:spMkLst>
        </pc:spChg>
        <pc:spChg chg="add mod">
          <ac:chgData name="Yunlong Jia" userId="6b7af21b-5f2a-4116-95e0-5cdc728d2113" providerId="ADAL" clId="{685294D3-F7EC-C740-896C-17627AFAF14E}" dt="2024-10-14T19:40:45.425" v="1356" actId="1076"/>
          <ac:spMkLst>
            <pc:docMk/>
            <pc:sldMk cId="190676665" sldId="459"/>
            <ac:spMk id="27" creationId="{187FA177-5B3E-F27B-EAEC-D247A36AB007}"/>
          </ac:spMkLst>
        </pc:spChg>
        <pc:picChg chg="del">
          <ac:chgData name="Yunlong Jia" userId="6b7af21b-5f2a-4116-95e0-5cdc728d2113" providerId="ADAL" clId="{685294D3-F7EC-C740-896C-17627AFAF14E}" dt="2024-10-14T19:20:34.114" v="1177" actId="478"/>
          <ac:picMkLst>
            <pc:docMk/>
            <pc:sldMk cId="190676665" sldId="459"/>
            <ac:picMk id="2" creationId="{21F91A80-5753-3C46-B954-ACAD9F291670}"/>
          </ac:picMkLst>
        </pc:picChg>
        <pc:picChg chg="del">
          <ac:chgData name="Yunlong Jia" userId="6b7af21b-5f2a-4116-95e0-5cdc728d2113" providerId="ADAL" clId="{685294D3-F7EC-C740-896C-17627AFAF14E}" dt="2024-10-14T19:22:43.289" v="1184" actId="478"/>
          <ac:picMkLst>
            <pc:docMk/>
            <pc:sldMk cId="190676665" sldId="459"/>
            <ac:picMk id="4" creationId="{4BC99857-C47D-84E0-879D-F6756E2A9449}"/>
          </ac:picMkLst>
        </pc:picChg>
        <pc:picChg chg="del">
          <ac:chgData name="Yunlong Jia" userId="6b7af21b-5f2a-4116-95e0-5cdc728d2113" providerId="ADAL" clId="{685294D3-F7EC-C740-896C-17627AFAF14E}" dt="2024-10-14T19:24:45.694" v="1213" actId="478"/>
          <ac:picMkLst>
            <pc:docMk/>
            <pc:sldMk cId="190676665" sldId="459"/>
            <ac:picMk id="5" creationId="{7AB78D59-8F49-B72F-AC5F-9DABC097E46A}"/>
          </ac:picMkLst>
        </pc:picChg>
        <pc:picChg chg="del">
          <ac:chgData name="Yunlong Jia" userId="6b7af21b-5f2a-4116-95e0-5cdc728d2113" providerId="ADAL" clId="{685294D3-F7EC-C740-896C-17627AFAF14E}" dt="2024-10-14T19:25:02.328" v="1215" actId="478"/>
          <ac:picMkLst>
            <pc:docMk/>
            <pc:sldMk cId="190676665" sldId="459"/>
            <ac:picMk id="6" creationId="{CA87BFAA-D458-2FEA-8F73-9A5F34777EA4}"/>
          </ac:picMkLst>
        </pc:picChg>
        <pc:picChg chg="add mod">
          <ac:chgData name="Yunlong Jia" userId="6b7af21b-5f2a-4116-95e0-5cdc728d2113" providerId="ADAL" clId="{685294D3-F7EC-C740-896C-17627AFAF14E}" dt="2024-10-14T20:39:00.408" v="1441" actId="1076"/>
          <ac:picMkLst>
            <pc:docMk/>
            <pc:sldMk cId="190676665" sldId="459"/>
            <ac:picMk id="7" creationId="{FC295303-6A96-4808-028D-CF770ED34B21}"/>
          </ac:picMkLst>
        </pc:picChg>
        <pc:picChg chg="mod">
          <ac:chgData name="Yunlong Jia" userId="6b7af21b-5f2a-4116-95e0-5cdc728d2113" providerId="ADAL" clId="{685294D3-F7EC-C740-896C-17627AFAF14E}" dt="2024-10-14T19:33:29.945" v="1231" actId="1076"/>
          <ac:picMkLst>
            <pc:docMk/>
            <pc:sldMk cId="190676665" sldId="459"/>
            <ac:picMk id="8" creationId="{9C929A5C-4918-3D7D-9804-61C09AE0118D}"/>
          </ac:picMkLst>
        </pc:picChg>
        <pc:picChg chg="del">
          <ac:chgData name="Yunlong Jia" userId="6b7af21b-5f2a-4116-95e0-5cdc728d2113" providerId="ADAL" clId="{685294D3-F7EC-C740-896C-17627AFAF14E}" dt="2024-10-14T19:32:34.325" v="1223" actId="478"/>
          <ac:picMkLst>
            <pc:docMk/>
            <pc:sldMk cId="190676665" sldId="459"/>
            <ac:picMk id="9" creationId="{577A5621-8037-046B-8816-D8813A71E63F}"/>
          </ac:picMkLst>
        </pc:picChg>
        <pc:picChg chg="add mod">
          <ac:chgData name="Yunlong Jia" userId="6b7af21b-5f2a-4116-95e0-5cdc728d2113" providerId="ADAL" clId="{685294D3-F7EC-C740-896C-17627AFAF14E}" dt="2024-10-14T19:23:01.853" v="1207" actId="1036"/>
          <ac:picMkLst>
            <pc:docMk/>
            <pc:sldMk cId="190676665" sldId="459"/>
            <ac:picMk id="17" creationId="{2726BF22-24FC-81D1-E1B1-E251C4077AC9}"/>
          </ac:picMkLst>
        </pc:picChg>
        <pc:picChg chg="add mod">
          <ac:chgData name="Yunlong Jia" userId="6b7af21b-5f2a-4116-95e0-5cdc728d2113" providerId="ADAL" clId="{685294D3-F7EC-C740-896C-17627AFAF14E}" dt="2024-10-14T19:24:51.020" v="1214" actId="1076"/>
          <ac:picMkLst>
            <pc:docMk/>
            <pc:sldMk cId="190676665" sldId="459"/>
            <ac:picMk id="21" creationId="{2C22A392-9555-DFD6-6579-88D49107DEAF}"/>
          </ac:picMkLst>
        </pc:picChg>
        <pc:picChg chg="add mod">
          <ac:chgData name="Yunlong Jia" userId="6b7af21b-5f2a-4116-95e0-5cdc728d2113" providerId="ADAL" clId="{685294D3-F7EC-C740-896C-17627AFAF14E}" dt="2024-10-14T19:40:28.641" v="1349" actId="1076"/>
          <ac:picMkLst>
            <pc:docMk/>
            <pc:sldMk cId="190676665" sldId="459"/>
            <ac:picMk id="23" creationId="{C636BE18-86BA-D42D-7970-5D24BD9E80EE}"/>
          </ac:picMkLst>
        </pc:picChg>
        <pc:picChg chg="add mod">
          <ac:chgData name="Yunlong Jia" userId="6b7af21b-5f2a-4116-95e0-5cdc728d2113" providerId="ADAL" clId="{685294D3-F7EC-C740-896C-17627AFAF14E}" dt="2024-10-14T19:33:27.771" v="1230" actId="1076"/>
          <ac:picMkLst>
            <pc:docMk/>
            <pc:sldMk cId="190676665" sldId="459"/>
            <ac:picMk id="24" creationId="{994851E7-7592-DFF5-1365-2289263EB2C8}"/>
          </ac:picMkLst>
        </pc:picChg>
        <pc:picChg chg="add mod">
          <ac:chgData name="Yunlong Jia" userId="6b7af21b-5f2a-4116-95e0-5cdc728d2113" providerId="ADAL" clId="{685294D3-F7EC-C740-896C-17627AFAF14E}" dt="2024-10-14T19:39:56.295" v="1290" actId="1076"/>
          <ac:picMkLst>
            <pc:docMk/>
            <pc:sldMk cId="190676665" sldId="459"/>
            <ac:picMk id="25" creationId="{F6C7695E-5D6C-D0B7-4FFC-AF22D4C62D12}"/>
          </ac:picMkLst>
        </pc:picChg>
      </pc:sldChg>
      <pc:sldChg chg="new del">
        <pc:chgData name="Yunlong Jia" userId="6b7af21b-5f2a-4116-95e0-5cdc728d2113" providerId="ADAL" clId="{685294D3-F7EC-C740-896C-17627AFAF14E}" dt="2024-10-14T19:37:31.071" v="1282" actId="2696"/>
        <pc:sldMkLst>
          <pc:docMk/>
          <pc:sldMk cId="1910667781" sldId="460"/>
        </pc:sldMkLst>
      </pc:sldChg>
      <pc:sldChg chg="addSp delSp modSp add mod">
        <pc:chgData name="Yunlong Jia" userId="6b7af21b-5f2a-4116-95e0-5cdc728d2113" providerId="ADAL" clId="{685294D3-F7EC-C740-896C-17627AFAF14E}" dt="2024-10-14T21:15:29.451" v="1470" actId="1076"/>
        <pc:sldMkLst>
          <pc:docMk/>
          <pc:sldMk cId="2932531189" sldId="461"/>
        </pc:sldMkLst>
        <pc:spChg chg="mod">
          <ac:chgData name="Yunlong Jia" userId="6b7af21b-5f2a-4116-95e0-5cdc728d2113" providerId="ADAL" clId="{685294D3-F7EC-C740-896C-17627AFAF14E}" dt="2024-10-14T19:41:29.815" v="1397" actId="14100"/>
          <ac:spMkLst>
            <pc:docMk/>
            <pc:sldMk cId="2932531189" sldId="461"/>
            <ac:spMk id="3" creationId="{C9A3A95D-0600-4033-DEC3-9D198C015AEC}"/>
          </ac:spMkLst>
        </pc:spChg>
        <pc:spChg chg="add mod">
          <ac:chgData name="Yunlong Jia" userId="6b7af21b-5f2a-4116-95e0-5cdc728d2113" providerId="ADAL" clId="{685294D3-F7EC-C740-896C-17627AFAF14E}" dt="2024-10-14T19:41:20.792" v="1384" actId="20577"/>
          <ac:spMkLst>
            <pc:docMk/>
            <pc:sldMk cId="2932531189" sldId="461"/>
            <ac:spMk id="4" creationId="{D36192F8-CC44-BFA8-E161-7BA3ED6B13FC}"/>
          </ac:spMkLst>
        </pc:spChg>
        <pc:spChg chg="mod">
          <ac:chgData name="Yunlong Jia" userId="6b7af21b-5f2a-4116-95e0-5cdc728d2113" providerId="ADAL" clId="{685294D3-F7EC-C740-896C-17627AFAF14E}" dt="2024-10-14T21:14:19.613" v="1455" actId="1076"/>
          <ac:spMkLst>
            <pc:docMk/>
            <pc:sldMk cId="2932531189" sldId="461"/>
            <ac:spMk id="10" creationId="{7EFCC027-C378-019E-5D7A-5383C23DDBB8}"/>
          </ac:spMkLst>
        </pc:spChg>
        <pc:spChg chg="mod">
          <ac:chgData name="Yunlong Jia" userId="6b7af21b-5f2a-4116-95e0-5cdc728d2113" providerId="ADAL" clId="{685294D3-F7EC-C740-896C-17627AFAF14E}" dt="2024-10-14T21:14:33.191" v="1460" actId="1035"/>
          <ac:spMkLst>
            <pc:docMk/>
            <pc:sldMk cId="2932531189" sldId="461"/>
            <ac:spMk id="13" creationId="{99D429B0-337A-14B0-51E7-12C93CE443F0}"/>
          </ac:spMkLst>
        </pc:spChg>
        <pc:spChg chg="mod">
          <ac:chgData name="Yunlong Jia" userId="6b7af21b-5f2a-4116-95e0-5cdc728d2113" providerId="ADAL" clId="{685294D3-F7EC-C740-896C-17627AFAF14E}" dt="2024-10-14T21:15:05.218" v="1467" actId="1037"/>
          <ac:spMkLst>
            <pc:docMk/>
            <pc:sldMk cId="2932531189" sldId="461"/>
            <ac:spMk id="14" creationId="{7964B20A-3594-6440-179F-5503F1C88DDB}"/>
          </ac:spMkLst>
        </pc:spChg>
        <pc:spChg chg="mod">
          <ac:chgData name="Yunlong Jia" userId="6b7af21b-5f2a-4116-95e0-5cdc728d2113" providerId="ADAL" clId="{685294D3-F7EC-C740-896C-17627AFAF14E}" dt="2024-10-14T21:14:44.985" v="1463" actId="20577"/>
          <ac:spMkLst>
            <pc:docMk/>
            <pc:sldMk cId="2932531189" sldId="461"/>
            <ac:spMk id="16" creationId="{592559EE-68F6-761A-B5D5-8C5658C855E1}"/>
          </ac:spMkLst>
        </pc:spChg>
        <pc:spChg chg="mod">
          <ac:chgData name="Yunlong Jia" userId="6b7af21b-5f2a-4116-95e0-5cdc728d2113" providerId="ADAL" clId="{685294D3-F7EC-C740-896C-17627AFAF14E}" dt="2024-10-14T21:15:08.068" v="1469" actId="20577"/>
          <ac:spMkLst>
            <pc:docMk/>
            <pc:sldMk cId="2932531189" sldId="461"/>
            <ac:spMk id="19" creationId="{E00367D1-064B-5BF9-3A2E-6585011272DB}"/>
          </ac:spMkLst>
        </pc:spChg>
        <pc:picChg chg="add mod">
          <ac:chgData name="Yunlong Jia" userId="6b7af21b-5f2a-4116-95e0-5cdc728d2113" providerId="ADAL" clId="{685294D3-F7EC-C740-896C-17627AFAF14E}" dt="2024-10-14T19:41:07.775" v="1357"/>
          <ac:picMkLst>
            <pc:docMk/>
            <pc:sldMk cId="2932531189" sldId="461"/>
            <ac:picMk id="2" creationId="{53AF02CC-A267-19BD-D02F-6D5D698A472A}"/>
          </ac:picMkLst>
        </pc:picChg>
        <pc:picChg chg="add mod">
          <ac:chgData name="Yunlong Jia" userId="6b7af21b-5f2a-4116-95e0-5cdc728d2113" providerId="ADAL" clId="{685294D3-F7EC-C740-896C-17627AFAF14E}" dt="2024-10-14T20:38:56.447" v="1440" actId="1440"/>
          <ac:picMkLst>
            <pc:docMk/>
            <pc:sldMk cId="2932531189" sldId="461"/>
            <ac:picMk id="5" creationId="{B232C0B0-8220-4DA7-D0FE-6B3B79C070CC}"/>
          </ac:picMkLst>
        </pc:picChg>
        <pc:picChg chg="add mod">
          <ac:chgData name="Yunlong Jia" userId="6b7af21b-5f2a-4116-95e0-5cdc728d2113" providerId="ADAL" clId="{685294D3-F7EC-C740-896C-17627AFAF14E}" dt="2024-10-14T19:47:46.062" v="1424" actId="167"/>
          <ac:picMkLst>
            <pc:docMk/>
            <pc:sldMk cId="2932531189" sldId="461"/>
            <ac:picMk id="6" creationId="{A3DAA223-8E6B-88EC-A20A-9FAC5CFA620F}"/>
          </ac:picMkLst>
        </pc:picChg>
        <pc:picChg chg="del">
          <ac:chgData name="Yunlong Jia" userId="6b7af21b-5f2a-4116-95e0-5cdc728d2113" providerId="ADAL" clId="{685294D3-F7EC-C740-896C-17627AFAF14E}" dt="2024-10-14T19:45:51.035" v="1398" actId="478"/>
          <ac:picMkLst>
            <pc:docMk/>
            <pc:sldMk cId="2932531189" sldId="461"/>
            <ac:picMk id="7" creationId="{FC295303-6A96-4808-028D-CF770ED34B21}"/>
          </ac:picMkLst>
        </pc:picChg>
        <pc:picChg chg="mod">
          <ac:chgData name="Yunlong Jia" userId="6b7af21b-5f2a-4116-95e0-5cdc728d2113" providerId="ADAL" clId="{685294D3-F7EC-C740-896C-17627AFAF14E}" dt="2024-10-14T21:15:29.451" v="1470" actId="1076"/>
          <ac:picMkLst>
            <pc:docMk/>
            <pc:sldMk cId="2932531189" sldId="461"/>
            <ac:picMk id="8" creationId="{9C929A5C-4918-3D7D-9804-61C09AE0118D}"/>
          </ac:picMkLst>
        </pc:picChg>
        <pc:picChg chg="add mod">
          <ac:chgData name="Yunlong Jia" userId="6b7af21b-5f2a-4116-95e0-5cdc728d2113" providerId="ADAL" clId="{685294D3-F7EC-C740-896C-17627AFAF14E}" dt="2024-10-14T19:49:06.953" v="1432" actId="1038"/>
          <ac:picMkLst>
            <pc:docMk/>
            <pc:sldMk cId="2932531189" sldId="461"/>
            <ac:picMk id="9" creationId="{47A447BC-1223-6E87-DF99-2864B4700E06}"/>
          </ac:picMkLst>
        </pc:picChg>
        <pc:picChg chg="add mod">
          <ac:chgData name="Yunlong Jia" userId="6b7af21b-5f2a-4116-95e0-5cdc728d2113" providerId="ADAL" clId="{685294D3-F7EC-C740-896C-17627AFAF14E}" dt="2024-10-14T20:38:37.082" v="1438" actId="1035"/>
          <ac:picMkLst>
            <pc:docMk/>
            <pc:sldMk cId="2932531189" sldId="461"/>
            <ac:picMk id="11" creationId="{5E3F5063-EB67-B1BC-998D-65C3D9278DA4}"/>
          </ac:picMkLst>
        </pc:picChg>
        <pc:picChg chg="add del mod">
          <ac:chgData name="Yunlong Jia" userId="6b7af21b-5f2a-4116-95e0-5cdc728d2113" providerId="ADAL" clId="{685294D3-F7EC-C740-896C-17627AFAF14E}" dt="2024-10-14T20:48:57.272" v="1450" actId="478"/>
          <ac:picMkLst>
            <pc:docMk/>
            <pc:sldMk cId="2932531189" sldId="461"/>
            <ac:picMk id="12" creationId="{90BE1090-C933-E74E-E8D8-81F3627FAB51}"/>
          </ac:picMkLst>
        </pc:picChg>
        <pc:picChg chg="add mod">
          <ac:chgData name="Yunlong Jia" userId="6b7af21b-5f2a-4116-95e0-5cdc728d2113" providerId="ADAL" clId="{685294D3-F7EC-C740-896C-17627AFAF14E}" dt="2024-10-14T20:49:02.287" v="1453" actId="1076"/>
          <ac:picMkLst>
            <pc:docMk/>
            <pc:sldMk cId="2932531189" sldId="461"/>
            <ac:picMk id="15" creationId="{37C3CF2A-1418-3151-906C-E41A56C84F6A}"/>
          </ac:picMkLst>
        </pc:picChg>
        <pc:picChg chg="del">
          <ac:chgData name="Yunlong Jia" userId="6b7af21b-5f2a-4116-95e0-5cdc728d2113" providerId="ADAL" clId="{685294D3-F7EC-C740-896C-17627AFAF14E}" dt="2024-10-14T19:47:28.921" v="1404" actId="478"/>
          <ac:picMkLst>
            <pc:docMk/>
            <pc:sldMk cId="2932531189" sldId="461"/>
            <ac:picMk id="17" creationId="{2726BF22-24FC-81D1-E1B1-E251C4077AC9}"/>
          </ac:picMkLst>
        </pc:picChg>
        <pc:picChg chg="del">
          <ac:chgData name="Yunlong Jia" userId="6b7af21b-5f2a-4116-95e0-5cdc728d2113" providerId="ADAL" clId="{685294D3-F7EC-C740-896C-17627AFAF14E}" dt="2024-10-14T19:48:57.634" v="1425" actId="478"/>
          <ac:picMkLst>
            <pc:docMk/>
            <pc:sldMk cId="2932531189" sldId="461"/>
            <ac:picMk id="21" creationId="{2C22A392-9555-DFD6-6579-88D49107DEAF}"/>
          </ac:picMkLst>
        </pc:picChg>
        <pc:picChg chg="del">
          <ac:chgData name="Yunlong Jia" userId="6b7af21b-5f2a-4116-95e0-5cdc728d2113" providerId="ADAL" clId="{685294D3-F7EC-C740-896C-17627AFAF14E}" dt="2024-10-14T20:38:27.173" v="1433" actId="478"/>
          <ac:picMkLst>
            <pc:docMk/>
            <pc:sldMk cId="2932531189" sldId="461"/>
            <ac:picMk id="23" creationId="{C636BE18-86BA-D42D-7970-5D24BD9E80EE}"/>
          </ac:picMkLst>
        </pc:picChg>
        <pc:picChg chg="del">
          <ac:chgData name="Yunlong Jia" userId="6b7af21b-5f2a-4116-95e0-5cdc728d2113" providerId="ADAL" clId="{685294D3-F7EC-C740-896C-17627AFAF14E}" dt="2024-10-14T20:48:52.865" v="1445" actId="478"/>
          <ac:picMkLst>
            <pc:docMk/>
            <pc:sldMk cId="2932531189" sldId="461"/>
            <ac:picMk id="24" creationId="{994851E7-7592-DFF5-1365-2289263EB2C8}"/>
          </ac:picMkLst>
        </pc:picChg>
      </pc:sldChg>
      <pc:sldChg chg="addSp delSp modSp new del mod">
        <pc:chgData name="Yunlong Jia" userId="6b7af21b-5f2a-4116-95e0-5cdc728d2113" providerId="ADAL" clId="{685294D3-F7EC-C740-896C-17627AFAF14E}" dt="2024-10-16T04:56:37.376" v="1717" actId="2696"/>
        <pc:sldMkLst>
          <pc:docMk/>
          <pc:sldMk cId="4132638619" sldId="462"/>
        </pc:sldMkLst>
        <pc:spChg chg="add mod">
          <ac:chgData name="Yunlong Jia" userId="6b7af21b-5f2a-4116-95e0-5cdc728d2113" providerId="ADAL" clId="{685294D3-F7EC-C740-896C-17627AFAF14E}" dt="2024-10-14T21:22:18.848" v="1493" actId="120"/>
          <ac:spMkLst>
            <pc:docMk/>
            <pc:sldMk cId="4132638619" sldId="462"/>
            <ac:spMk id="4" creationId="{03CAC17D-3132-6E3A-2B97-DADB19436D06}"/>
          </ac:spMkLst>
        </pc:spChg>
        <pc:spChg chg="add mod">
          <ac:chgData name="Yunlong Jia" userId="6b7af21b-5f2a-4116-95e0-5cdc728d2113" providerId="ADAL" clId="{685294D3-F7EC-C740-896C-17627AFAF14E}" dt="2024-10-14T21:22:53.914" v="1494"/>
          <ac:spMkLst>
            <pc:docMk/>
            <pc:sldMk cId="4132638619" sldId="462"/>
            <ac:spMk id="5" creationId="{6F342700-A6D8-8329-0C59-EDB538000AD7}"/>
          </ac:spMkLst>
        </pc:spChg>
        <pc:spChg chg="add mod">
          <ac:chgData name="Yunlong Jia" userId="6b7af21b-5f2a-4116-95e0-5cdc728d2113" providerId="ADAL" clId="{685294D3-F7EC-C740-896C-17627AFAF14E}" dt="2024-10-14T21:40:24.576" v="1525" actId="1076"/>
          <ac:spMkLst>
            <pc:docMk/>
            <pc:sldMk cId="4132638619" sldId="462"/>
            <ac:spMk id="11" creationId="{04E2BAE6-9999-8309-C941-093CED07597A}"/>
          </ac:spMkLst>
        </pc:spChg>
        <pc:spChg chg="add del mod">
          <ac:chgData name="Yunlong Jia" userId="6b7af21b-5f2a-4116-95e0-5cdc728d2113" providerId="ADAL" clId="{685294D3-F7EC-C740-896C-17627AFAF14E}" dt="2024-10-14T21:40:40.388" v="1530" actId="478"/>
          <ac:spMkLst>
            <pc:docMk/>
            <pc:sldMk cId="4132638619" sldId="462"/>
            <ac:spMk id="12" creationId="{79CF9B16-5CD2-1F8F-60E3-9F70143988E5}"/>
          </ac:spMkLst>
        </pc:spChg>
        <pc:spChg chg="add mod">
          <ac:chgData name="Yunlong Jia" userId="6b7af21b-5f2a-4116-95e0-5cdc728d2113" providerId="ADAL" clId="{685294D3-F7EC-C740-896C-17627AFAF14E}" dt="2024-10-14T21:40:13.431" v="1520"/>
          <ac:spMkLst>
            <pc:docMk/>
            <pc:sldMk cId="4132638619" sldId="462"/>
            <ac:spMk id="13" creationId="{026EACA4-BE9B-4370-5B1F-D3A707048206}"/>
          </ac:spMkLst>
        </pc:spChg>
        <pc:spChg chg="add mod">
          <ac:chgData name="Yunlong Jia" userId="6b7af21b-5f2a-4116-95e0-5cdc728d2113" providerId="ADAL" clId="{685294D3-F7EC-C740-896C-17627AFAF14E}" dt="2024-10-14T21:40:37.338" v="1529" actId="1076"/>
          <ac:spMkLst>
            <pc:docMk/>
            <pc:sldMk cId="4132638619" sldId="462"/>
            <ac:spMk id="14" creationId="{29EB6916-D36B-6FDE-843F-8A36E883330F}"/>
          </ac:spMkLst>
        </pc:spChg>
        <pc:spChg chg="add del mod">
          <ac:chgData name="Yunlong Jia" userId="6b7af21b-5f2a-4116-95e0-5cdc728d2113" providerId="ADAL" clId="{685294D3-F7EC-C740-896C-17627AFAF14E}" dt="2024-10-14T21:41:17.866" v="1541" actId="478"/>
          <ac:spMkLst>
            <pc:docMk/>
            <pc:sldMk cId="4132638619" sldId="462"/>
            <ac:spMk id="15" creationId="{7C78EBC7-5049-B5F3-F22E-FE4A19DA32E6}"/>
          </ac:spMkLst>
        </pc:spChg>
        <pc:spChg chg="add mod">
          <ac:chgData name="Yunlong Jia" userId="6b7af21b-5f2a-4116-95e0-5cdc728d2113" providerId="ADAL" clId="{685294D3-F7EC-C740-896C-17627AFAF14E}" dt="2024-10-14T21:41:07.421" v="1536" actId="1076"/>
          <ac:spMkLst>
            <pc:docMk/>
            <pc:sldMk cId="4132638619" sldId="462"/>
            <ac:spMk id="16" creationId="{6BC13DD7-CBD0-63BE-A69B-461F3F101744}"/>
          </ac:spMkLst>
        </pc:spChg>
        <pc:spChg chg="add mod">
          <ac:chgData name="Yunlong Jia" userId="6b7af21b-5f2a-4116-95e0-5cdc728d2113" providerId="ADAL" clId="{685294D3-F7EC-C740-896C-17627AFAF14E}" dt="2024-10-14T21:41:16.506" v="1540" actId="1076"/>
          <ac:spMkLst>
            <pc:docMk/>
            <pc:sldMk cId="4132638619" sldId="462"/>
            <ac:spMk id="17" creationId="{6D8226F9-6B1B-8DBB-2814-B2AD54E149F6}"/>
          </ac:spMkLst>
        </pc:spChg>
        <pc:spChg chg="add mod">
          <ac:chgData name="Yunlong Jia" userId="6b7af21b-5f2a-4116-95e0-5cdc728d2113" providerId="ADAL" clId="{685294D3-F7EC-C740-896C-17627AFAF14E}" dt="2024-10-14T21:40:49.277" v="1532" actId="20577"/>
          <ac:spMkLst>
            <pc:docMk/>
            <pc:sldMk cId="4132638619" sldId="462"/>
            <ac:spMk id="18" creationId="{5B5BCD49-AFB3-AF46-802E-476A55FF0705}"/>
          </ac:spMkLst>
        </pc:spChg>
        <pc:spChg chg="add del mod">
          <ac:chgData name="Yunlong Jia" userId="6b7af21b-5f2a-4116-95e0-5cdc728d2113" providerId="ADAL" clId="{685294D3-F7EC-C740-896C-17627AFAF14E}" dt="2024-10-14T21:41:05.170" v="1535" actId="478"/>
          <ac:spMkLst>
            <pc:docMk/>
            <pc:sldMk cId="4132638619" sldId="462"/>
            <ac:spMk id="19" creationId="{C3575D71-DD5C-0B13-E027-A5ACA0454C1B}"/>
          </ac:spMkLst>
        </pc:spChg>
        <pc:spChg chg="add mod">
          <ac:chgData name="Yunlong Jia" userId="6b7af21b-5f2a-4116-95e0-5cdc728d2113" providerId="ADAL" clId="{685294D3-F7EC-C740-896C-17627AFAF14E}" dt="2024-10-14T21:40:31.116" v="1528" actId="1076"/>
          <ac:spMkLst>
            <pc:docMk/>
            <pc:sldMk cId="4132638619" sldId="462"/>
            <ac:spMk id="20" creationId="{83B69A8B-89BF-B68A-E4C1-86967ACA23B5}"/>
          </ac:spMkLst>
        </pc:spChg>
        <pc:spChg chg="add del mod">
          <ac:chgData name="Yunlong Jia" userId="6b7af21b-5f2a-4116-95e0-5cdc728d2113" providerId="ADAL" clId="{685294D3-F7EC-C740-896C-17627AFAF14E}" dt="2024-10-14T21:41:11.064" v="1537" actId="478"/>
          <ac:spMkLst>
            <pc:docMk/>
            <pc:sldMk cId="4132638619" sldId="462"/>
            <ac:spMk id="21" creationId="{E731204D-F39A-7BD7-1EC7-22CFAF907AA6}"/>
          </ac:spMkLst>
        </pc:spChg>
        <pc:spChg chg="add del mod">
          <ac:chgData name="Yunlong Jia" userId="6b7af21b-5f2a-4116-95e0-5cdc728d2113" providerId="ADAL" clId="{685294D3-F7EC-C740-896C-17627AFAF14E}" dt="2024-10-14T21:40:26.024" v="1527"/>
          <ac:spMkLst>
            <pc:docMk/>
            <pc:sldMk cId="4132638619" sldId="462"/>
            <ac:spMk id="22" creationId="{47B0A9D7-7863-37C2-966E-25C17D85F60C}"/>
          </ac:spMkLst>
        </pc:spChg>
        <pc:picChg chg="add mod">
          <ac:chgData name="Yunlong Jia" userId="6b7af21b-5f2a-4116-95e0-5cdc728d2113" providerId="ADAL" clId="{685294D3-F7EC-C740-896C-17627AFAF14E}" dt="2024-10-14T21:21:52.796" v="1477" actId="14100"/>
          <ac:picMkLst>
            <pc:docMk/>
            <pc:sldMk cId="4132638619" sldId="462"/>
            <ac:picMk id="2" creationId="{2B817EC0-2A65-851E-2ADD-A27959CBA75A}"/>
          </ac:picMkLst>
        </pc:picChg>
        <pc:picChg chg="add mod">
          <ac:chgData name="Yunlong Jia" userId="6b7af21b-5f2a-4116-95e0-5cdc728d2113" providerId="ADAL" clId="{685294D3-F7EC-C740-896C-17627AFAF14E}" dt="2024-10-14T21:22:04.099" v="1478"/>
          <ac:picMkLst>
            <pc:docMk/>
            <pc:sldMk cId="4132638619" sldId="462"/>
            <ac:picMk id="3" creationId="{E5984F15-0B19-CD55-5A50-DB5C6588D49F}"/>
          </ac:picMkLst>
        </pc:picChg>
        <pc:picChg chg="add mod">
          <ac:chgData name="Yunlong Jia" userId="6b7af21b-5f2a-4116-95e0-5cdc728d2113" providerId="ADAL" clId="{685294D3-F7EC-C740-896C-17627AFAF14E}" dt="2024-10-14T21:41:13.816" v="1539" actId="1076"/>
          <ac:picMkLst>
            <pc:docMk/>
            <pc:sldMk cId="4132638619" sldId="462"/>
            <ac:picMk id="6" creationId="{07ADBDD0-C564-BAB5-0CA8-178231C88883}"/>
          </ac:picMkLst>
        </pc:picChg>
        <pc:picChg chg="add mod">
          <ac:chgData name="Yunlong Jia" userId="6b7af21b-5f2a-4116-95e0-5cdc728d2113" providerId="ADAL" clId="{685294D3-F7EC-C740-896C-17627AFAF14E}" dt="2024-10-14T21:26:17.549" v="1505" actId="1076"/>
          <ac:picMkLst>
            <pc:docMk/>
            <pc:sldMk cId="4132638619" sldId="462"/>
            <ac:picMk id="7" creationId="{2C273B16-0015-9A69-2FBC-E9891737CE02}"/>
          </ac:picMkLst>
        </pc:picChg>
        <pc:picChg chg="add mod">
          <ac:chgData name="Yunlong Jia" userId="6b7af21b-5f2a-4116-95e0-5cdc728d2113" providerId="ADAL" clId="{685294D3-F7EC-C740-896C-17627AFAF14E}" dt="2024-10-14T21:31:03.278" v="1511" actId="14100"/>
          <ac:picMkLst>
            <pc:docMk/>
            <pc:sldMk cId="4132638619" sldId="462"/>
            <ac:picMk id="8" creationId="{12FA58B3-2DC7-7A18-AEB3-923292BA4977}"/>
          </ac:picMkLst>
        </pc:picChg>
        <pc:picChg chg="add mod">
          <ac:chgData name="Yunlong Jia" userId="6b7af21b-5f2a-4116-95e0-5cdc728d2113" providerId="ADAL" clId="{685294D3-F7EC-C740-896C-17627AFAF14E}" dt="2024-10-16T04:06:38.763" v="1662" actId="1076"/>
          <ac:picMkLst>
            <pc:docMk/>
            <pc:sldMk cId="4132638619" sldId="462"/>
            <ac:picMk id="9" creationId="{C1654984-0387-853E-8B02-4C88207900AA}"/>
          </ac:picMkLst>
        </pc:picChg>
        <pc:picChg chg="add mod">
          <ac:chgData name="Yunlong Jia" userId="6b7af21b-5f2a-4116-95e0-5cdc728d2113" providerId="ADAL" clId="{685294D3-F7EC-C740-896C-17627AFAF14E}" dt="2024-10-14T21:39:40.758" v="1519" actId="1076"/>
          <ac:picMkLst>
            <pc:docMk/>
            <pc:sldMk cId="4132638619" sldId="462"/>
            <ac:picMk id="10" creationId="{59275DEB-2092-460D-4CE4-A77D6168A762}"/>
          </ac:picMkLst>
        </pc:picChg>
      </pc:sldChg>
      <pc:sldChg chg="addSp delSp modSp new mod modNotesTx">
        <pc:chgData name="Yunlong Jia" userId="6b7af21b-5f2a-4116-95e0-5cdc728d2113" providerId="ADAL" clId="{685294D3-F7EC-C740-896C-17627AFAF14E}" dt="2024-10-16T08:06:04.883" v="1742" actId="478"/>
        <pc:sldMkLst>
          <pc:docMk/>
          <pc:sldMk cId="2402127713" sldId="463"/>
        </pc:sldMkLst>
        <pc:spChg chg="add mod">
          <ac:chgData name="Yunlong Jia" userId="6b7af21b-5f2a-4116-95e0-5cdc728d2113" providerId="ADAL" clId="{685294D3-F7EC-C740-896C-17627AFAF14E}" dt="2024-10-15T17:36:03.331" v="1547"/>
          <ac:spMkLst>
            <pc:docMk/>
            <pc:sldMk cId="2402127713" sldId="463"/>
            <ac:spMk id="3" creationId="{9E1CC33C-68CA-02C2-7459-64868A62277F}"/>
          </ac:spMkLst>
        </pc:spChg>
        <pc:spChg chg="add mod">
          <ac:chgData name="Yunlong Jia" userId="6b7af21b-5f2a-4116-95e0-5cdc728d2113" providerId="ADAL" clId="{685294D3-F7EC-C740-896C-17627AFAF14E}" dt="2024-10-15T17:37:00.044" v="1563" actId="1076"/>
          <ac:spMkLst>
            <pc:docMk/>
            <pc:sldMk cId="2402127713" sldId="463"/>
            <ac:spMk id="5" creationId="{BFB7DD1D-EB2D-4EA9-0C5A-A9F02FD7E925}"/>
          </ac:spMkLst>
        </pc:spChg>
        <pc:picChg chg="add del mod">
          <ac:chgData name="Yunlong Jia" userId="6b7af21b-5f2a-4116-95e0-5cdc728d2113" providerId="ADAL" clId="{685294D3-F7EC-C740-896C-17627AFAF14E}" dt="2024-10-15T18:20:43.776" v="1565" actId="478"/>
          <ac:picMkLst>
            <pc:docMk/>
            <pc:sldMk cId="2402127713" sldId="463"/>
            <ac:picMk id="2" creationId="{AF1B26EB-BDEB-626F-BA6D-5C6F3A51F4B7}"/>
          </ac:picMkLst>
        </pc:picChg>
        <pc:picChg chg="add mod">
          <ac:chgData name="Yunlong Jia" userId="6b7af21b-5f2a-4116-95e0-5cdc728d2113" providerId="ADAL" clId="{685294D3-F7EC-C740-896C-17627AFAF14E}" dt="2024-10-15T18:21:27.070" v="1570" actId="1076"/>
          <ac:picMkLst>
            <pc:docMk/>
            <pc:sldMk cId="2402127713" sldId="463"/>
            <ac:picMk id="6" creationId="{FE7530F5-91F8-32F6-EC58-CF67BED90F40}"/>
          </ac:picMkLst>
        </pc:picChg>
        <pc:picChg chg="add del mod">
          <ac:chgData name="Yunlong Jia" userId="6b7af21b-5f2a-4116-95e0-5cdc728d2113" providerId="ADAL" clId="{685294D3-F7EC-C740-896C-17627AFAF14E}" dt="2024-10-15T18:22:25.035" v="1573" actId="478"/>
          <ac:picMkLst>
            <pc:docMk/>
            <pc:sldMk cId="2402127713" sldId="463"/>
            <ac:picMk id="8" creationId="{6C225AE6-FF07-E905-DAC6-E4C5E797E003}"/>
          </ac:picMkLst>
        </pc:picChg>
        <pc:picChg chg="add del mod">
          <ac:chgData name="Yunlong Jia" userId="6b7af21b-5f2a-4116-95e0-5cdc728d2113" providerId="ADAL" clId="{685294D3-F7EC-C740-896C-17627AFAF14E}" dt="2024-10-15T21:25:54.212" v="1582" actId="478"/>
          <ac:picMkLst>
            <pc:docMk/>
            <pc:sldMk cId="2402127713" sldId="463"/>
            <ac:picMk id="9" creationId="{39ABC6E2-DB7A-5B82-506C-323DD3EF001A}"/>
          </ac:picMkLst>
        </pc:picChg>
        <pc:picChg chg="add del mod">
          <ac:chgData name="Yunlong Jia" userId="6b7af21b-5f2a-4116-95e0-5cdc728d2113" providerId="ADAL" clId="{685294D3-F7EC-C740-896C-17627AFAF14E}" dt="2024-10-16T07:38:29.543" v="1739" actId="478"/>
          <ac:picMkLst>
            <pc:docMk/>
            <pc:sldMk cId="2402127713" sldId="463"/>
            <ac:picMk id="10" creationId="{F85EBED5-30C0-E74A-C5D5-3B86F1993BCB}"/>
          </ac:picMkLst>
        </pc:picChg>
        <pc:picChg chg="add del mod">
          <ac:chgData name="Yunlong Jia" userId="6b7af21b-5f2a-4116-95e0-5cdc728d2113" providerId="ADAL" clId="{685294D3-F7EC-C740-896C-17627AFAF14E}" dt="2024-10-16T08:06:04.883" v="1742" actId="478"/>
          <ac:picMkLst>
            <pc:docMk/>
            <pc:sldMk cId="2402127713" sldId="463"/>
            <ac:picMk id="11" creationId="{1222271C-5BAD-B890-0313-C7F73F466E4A}"/>
          </ac:picMkLst>
        </pc:picChg>
        <pc:picChg chg="add mod">
          <ac:chgData name="Yunlong Jia" userId="6b7af21b-5f2a-4116-95e0-5cdc728d2113" providerId="ADAL" clId="{685294D3-F7EC-C740-896C-17627AFAF14E}" dt="2024-10-16T07:38:40.786" v="1741" actId="1076"/>
          <ac:picMkLst>
            <pc:docMk/>
            <pc:sldMk cId="2402127713" sldId="463"/>
            <ac:picMk id="12" creationId="{3178A352-F96F-AF2F-3504-DB79632946DF}"/>
          </ac:picMkLst>
        </pc:picChg>
      </pc:sldChg>
      <pc:sldChg chg="addSp modSp new del mod">
        <pc:chgData name="Yunlong Jia" userId="6b7af21b-5f2a-4116-95e0-5cdc728d2113" providerId="ADAL" clId="{685294D3-F7EC-C740-896C-17627AFAF14E}" dt="2024-10-16T03:44:00.685" v="1652" actId="2696"/>
        <pc:sldMkLst>
          <pc:docMk/>
          <pc:sldMk cId="477188167" sldId="464"/>
        </pc:sldMkLst>
        <pc:picChg chg="add mod">
          <ac:chgData name="Yunlong Jia" userId="6b7af21b-5f2a-4116-95e0-5cdc728d2113" providerId="ADAL" clId="{685294D3-F7EC-C740-896C-17627AFAF14E}" dt="2024-10-15T21:25:52.393" v="1581" actId="1076"/>
          <ac:picMkLst>
            <pc:docMk/>
            <pc:sldMk cId="477188167" sldId="464"/>
            <ac:picMk id="2" creationId="{11DBA349-6075-4B19-5956-E55E71C79E81}"/>
          </ac:picMkLst>
        </pc:picChg>
      </pc:sldChg>
      <pc:sldChg chg="new del">
        <pc:chgData name="Yunlong Jia" userId="6b7af21b-5f2a-4116-95e0-5cdc728d2113" providerId="ADAL" clId="{685294D3-F7EC-C740-896C-17627AFAF14E}" dt="2024-10-15T18:21:29.415" v="1571" actId="2696"/>
        <pc:sldMkLst>
          <pc:docMk/>
          <pc:sldMk cId="1165301327" sldId="464"/>
        </pc:sldMkLst>
      </pc:sldChg>
      <pc:sldChg chg="addSp modSp new mod ord">
        <pc:chgData name="Yunlong Jia" userId="6b7af21b-5f2a-4116-95e0-5cdc728d2113" providerId="ADAL" clId="{685294D3-F7EC-C740-896C-17627AFAF14E}" dt="2024-10-16T04:57:26.831" v="1728" actId="1076"/>
        <pc:sldMkLst>
          <pc:docMk/>
          <pc:sldMk cId="2092182134" sldId="465"/>
        </pc:sldMkLst>
        <pc:spChg chg="add mod">
          <ac:chgData name="Yunlong Jia" userId="6b7af21b-5f2a-4116-95e0-5cdc728d2113" providerId="ADAL" clId="{685294D3-F7EC-C740-896C-17627AFAF14E}" dt="2024-10-15T23:50:53.363" v="1592"/>
          <ac:spMkLst>
            <pc:docMk/>
            <pc:sldMk cId="2092182134" sldId="465"/>
            <ac:spMk id="5" creationId="{BCC6679F-42F5-9843-C54F-1B37479DF620}"/>
          </ac:spMkLst>
        </pc:spChg>
        <pc:spChg chg="add mod">
          <ac:chgData name="Yunlong Jia" userId="6b7af21b-5f2a-4116-95e0-5cdc728d2113" providerId="ADAL" clId="{685294D3-F7EC-C740-896C-17627AFAF14E}" dt="2024-10-15T23:52:35.484" v="1620" actId="1035"/>
          <ac:spMkLst>
            <pc:docMk/>
            <pc:sldMk cId="2092182134" sldId="465"/>
            <ac:spMk id="7" creationId="{4B28DCBB-3776-6928-2E92-A2D42BFE2C23}"/>
          </ac:spMkLst>
        </pc:spChg>
        <pc:spChg chg="add mod">
          <ac:chgData name="Yunlong Jia" userId="6b7af21b-5f2a-4116-95e0-5cdc728d2113" providerId="ADAL" clId="{685294D3-F7EC-C740-896C-17627AFAF14E}" dt="2024-10-15T23:52:21.264" v="1616" actId="1036"/>
          <ac:spMkLst>
            <pc:docMk/>
            <pc:sldMk cId="2092182134" sldId="465"/>
            <ac:spMk id="8" creationId="{CE1E9A40-C887-F4DB-D0E8-541F3DD0A590}"/>
          </ac:spMkLst>
        </pc:spChg>
        <pc:spChg chg="add mod">
          <ac:chgData name="Yunlong Jia" userId="6b7af21b-5f2a-4116-95e0-5cdc728d2113" providerId="ADAL" clId="{685294D3-F7EC-C740-896C-17627AFAF14E}" dt="2024-10-15T23:52:03.918" v="1600"/>
          <ac:spMkLst>
            <pc:docMk/>
            <pc:sldMk cId="2092182134" sldId="465"/>
            <ac:spMk id="9" creationId="{97F95307-B47E-C7E8-D53D-C814DD15FD57}"/>
          </ac:spMkLst>
        </pc:spChg>
        <pc:spChg chg="add mod">
          <ac:chgData name="Yunlong Jia" userId="6b7af21b-5f2a-4116-95e0-5cdc728d2113" providerId="ADAL" clId="{685294D3-F7EC-C740-896C-17627AFAF14E}" dt="2024-10-15T23:52:03.918" v="1600"/>
          <ac:spMkLst>
            <pc:docMk/>
            <pc:sldMk cId="2092182134" sldId="465"/>
            <ac:spMk id="10" creationId="{987C99A4-AAD2-5526-4ECE-DD4439A99124}"/>
          </ac:spMkLst>
        </pc:spChg>
        <pc:spChg chg="add mod">
          <ac:chgData name="Yunlong Jia" userId="6b7af21b-5f2a-4116-95e0-5cdc728d2113" providerId="ADAL" clId="{685294D3-F7EC-C740-896C-17627AFAF14E}" dt="2024-10-15T23:53:03.635" v="1623" actId="20577"/>
          <ac:spMkLst>
            <pc:docMk/>
            <pc:sldMk cId="2092182134" sldId="465"/>
            <ac:spMk id="11" creationId="{F764C142-241F-0E98-D3D0-4805C2C29856}"/>
          </ac:spMkLst>
        </pc:spChg>
        <pc:spChg chg="add mod">
          <ac:chgData name="Yunlong Jia" userId="6b7af21b-5f2a-4116-95e0-5cdc728d2113" providerId="ADAL" clId="{685294D3-F7EC-C740-896C-17627AFAF14E}" dt="2024-10-15T23:53:17.660" v="1631" actId="1035"/>
          <ac:spMkLst>
            <pc:docMk/>
            <pc:sldMk cId="2092182134" sldId="465"/>
            <ac:spMk id="12" creationId="{1FB4B323-0FBB-D938-BA83-9376074CA749}"/>
          </ac:spMkLst>
        </pc:spChg>
        <pc:spChg chg="add mod">
          <ac:chgData name="Yunlong Jia" userId="6b7af21b-5f2a-4116-95e0-5cdc728d2113" providerId="ADAL" clId="{685294D3-F7EC-C740-896C-17627AFAF14E}" dt="2024-10-15T23:53:30.587" v="1636" actId="1076"/>
          <ac:spMkLst>
            <pc:docMk/>
            <pc:sldMk cId="2092182134" sldId="465"/>
            <ac:spMk id="13" creationId="{3F11F004-1A04-9348-EF0E-BA7CBFBC0965}"/>
          </ac:spMkLst>
        </pc:spChg>
        <pc:spChg chg="add mod">
          <ac:chgData name="Yunlong Jia" userId="6b7af21b-5f2a-4116-95e0-5cdc728d2113" providerId="ADAL" clId="{685294D3-F7EC-C740-896C-17627AFAF14E}" dt="2024-10-16T04:57:03.790" v="1723" actId="1076"/>
          <ac:spMkLst>
            <pc:docMk/>
            <pc:sldMk cId="2092182134" sldId="465"/>
            <ac:spMk id="17" creationId="{FFE21251-54E8-4F67-8E76-A8605B9D8876}"/>
          </ac:spMkLst>
        </pc:spChg>
        <pc:picChg chg="add mod">
          <ac:chgData name="Yunlong Jia" userId="6b7af21b-5f2a-4116-95e0-5cdc728d2113" providerId="ADAL" clId="{685294D3-F7EC-C740-896C-17627AFAF14E}" dt="2024-10-16T04:56:54.541" v="1722" actId="1076"/>
          <ac:picMkLst>
            <pc:docMk/>
            <pc:sldMk cId="2092182134" sldId="465"/>
            <ac:picMk id="3" creationId="{9A4A8A1A-4FE6-C0BA-6139-71EAC5A4DDBD}"/>
          </ac:picMkLst>
        </pc:picChg>
        <pc:picChg chg="add mod">
          <ac:chgData name="Yunlong Jia" userId="6b7af21b-5f2a-4116-95e0-5cdc728d2113" providerId="ADAL" clId="{685294D3-F7EC-C740-896C-17627AFAF14E}" dt="2024-10-15T23:52:49.326" v="1621" actId="1076"/>
          <ac:picMkLst>
            <pc:docMk/>
            <pc:sldMk cId="2092182134" sldId="465"/>
            <ac:picMk id="4" creationId="{3994E17A-6B8A-AA33-C3F4-92C166ADBFF4}"/>
          </ac:picMkLst>
        </pc:picChg>
        <pc:picChg chg="add mod">
          <ac:chgData name="Yunlong Jia" userId="6b7af21b-5f2a-4116-95e0-5cdc728d2113" providerId="ADAL" clId="{685294D3-F7EC-C740-896C-17627AFAF14E}" dt="2024-10-15T23:52:17.998" v="1614" actId="1038"/>
          <ac:picMkLst>
            <pc:docMk/>
            <pc:sldMk cId="2092182134" sldId="465"/>
            <ac:picMk id="6" creationId="{DEC4E0D8-FC1D-F651-3DFC-F49B1D1BCC1C}"/>
          </ac:picMkLst>
        </pc:picChg>
        <pc:picChg chg="add mod">
          <ac:chgData name="Yunlong Jia" userId="6b7af21b-5f2a-4116-95e0-5cdc728d2113" providerId="ADAL" clId="{685294D3-F7EC-C740-896C-17627AFAF14E}" dt="2024-10-16T04:57:25.246" v="1727" actId="14100"/>
          <ac:picMkLst>
            <pc:docMk/>
            <pc:sldMk cId="2092182134" sldId="465"/>
            <ac:picMk id="14" creationId="{51297CEF-71DD-A2CD-0C96-5A1D56D196DB}"/>
          </ac:picMkLst>
        </pc:picChg>
        <pc:picChg chg="add mod">
          <ac:chgData name="Yunlong Jia" userId="6b7af21b-5f2a-4116-95e0-5cdc728d2113" providerId="ADAL" clId="{685294D3-F7EC-C740-896C-17627AFAF14E}" dt="2024-10-16T04:57:26.831" v="1728" actId="1076"/>
          <ac:picMkLst>
            <pc:docMk/>
            <pc:sldMk cId="2092182134" sldId="465"/>
            <ac:picMk id="15" creationId="{86F5B676-D7A8-5383-0005-505472E15465}"/>
          </ac:picMkLst>
        </pc:picChg>
        <pc:picChg chg="add mod">
          <ac:chgData name="Yunlong Jia" userId="6b7af21b-5f2a-4116-95e0-5cdc728d2113" providerId="ADAL" clId="{685294D3-F7EC-C740-896C-17627AFAF14E}" dt="2024-10-16T04:57:03.790" v="1723" actId="1076"/>
          <ac:picMkLst>
            <pc:docMk/>
            <pc:sldMk cId="2092182134" sldId="465"/>
            <ac:picMk id="16" creationId="{0ABF8EE5-4778-842D-157C-C9249C034AB2}"/>
          </ac:picMkLst>
        </pc:picChg>
        <pc:picChg chg="add mod">
          <ac:chgData name="Yunlong Jia" userId="6b7af21b-5f2a-4116-95e0-5cdc728d2113" providerId="ADAL" clId="{685294D3-F7EC-C740-896C-17627AFAF14E}" dt="2024-10-16T04:57:22.049" v="1726" actId="14100"/>
          <ac:picMkLst>
            <pc:docMk/>
            <pc:sldMk cId="2092182134" sldId="465"/>
            <ac:picMk id="18" creationId="{CEA4E01B-4D24-B00C-7A0D-E48DCE2A42A5}"/>
          </ac:picMkLst>
        </pc:picChg>
      </pc:sldChg>
      <pc:sldChg chg="addSp delSp modSp new mod modNotesTx">
        <pc:chgData name="Yunlong Jia" userId="6b7af21b-5f2a-4116-95e0-5cdc728d2113" providerId="ADAL" clId="{685294D3-F7EC-C740-896C-17627AFAF14E}" dt="2024-10-16T19:04:09.877" v="3405" actId="1076"/>
        <pc:sldMkLst>
          <pc:docMk/>
          <pc:sldMk cId="1535451863" sldId="466"/>
        </pc:sldMkLst>
        <pc:spChg chg="add mod">
          <ac:chgData name="Yunlong Jia" userId="6b7af21b-5f2a-4116-95e0-5cdc728d2113" providerId="ADAL" clId="{685294D3-F7EC-C740-896C-17627AFAF14E}" dt="2024-10-16T19:04:09.877" v="3405" actId="1076"/>
          <ac:spMkLst>
            <pc:docMk/>
            <pc:sldMk cId="1535451863" sldId="466"/>
            <ac:spMk id="4" creationId="{F09AADE7-A9E9-F14A-F7B6-45978DEEC3A1}"/>
          </ac:spMkLst>
        </pc:spChg>
        <pc:spChg chg="add mod">
          <ac:chgData name="Yunlong Jia" userId="6b7af21b-5f2a-4116-95e0-5cdc728d2113" providerId="ADAL" clId="{685294D3-F7EC-C740-896C-17627AFAF14E}" dt="2024-10-16T09:03:16.577" v="1925" actId="1076"/>
          <ac:spMkLst>
            <pc:docMk/>
            <pc:sldMk cId="1535451863" sldId="466"/>
            <ac:spMk id="5" creationId="{8A8C3943-3DAE-0AE7-5F4A-D404DA951788}"/>
          </ac:spMkLst>
        </pc:spChg>
        <pc:spChg chg="add del mod">
          <ac:chgData name="Yunlong Jia" userId="6b7af21b-5f2a-4116-95e0-5cdc728d2113" providerId="ADAL" clId="{685294D3-F7EC-C740-896C-17627AFAF14E}" dt="2024-10-16T19:03:30.682" v="3386" actId="478"/>
          <ac:spMkLst>
            <pc:docMk/>
            <pc:sldMk cId="1535451863" sldId="466"/>
            <ac:spMk id="10" creationId="{BCCA063A-2287-2D23-EC07-5781DDE0E117}"/>
          </ac:spMkLst>
        </pc:spChg>
        <pc:spChg chg="add mod">
          <ac:chgData name="Yunlong Jia" userId="6b7af21b-5f2a-4116-95e0-5cdc728d2113" providerId="ADAL" clId="{685294D3-F7EC-C740-896C-17627AFAF14E}" dt="2024-10-16T09:04:33.555" v="1959" actId="1076"/>
          <ac:spMkLst>
            <pc:docMk/>
            <pc:sldMk cId="1535451863" sldId="466"/>
            <ac:spMk id="13" creationId="{D601CBB4-5CC6-BD2A-7CF6-133153DEF701}"/>
          </ac:spMkLst>
        </pc:spChg>
        <pc:picChg chg="add del mod">
          <ac:chgData name="Yunlong Jia" userId="6b7af21b-5f2a-4116-95e0-5cdc728d2113" providerId="ADAL" clId="{685294D3-F7EC-C740-896C-17627AFAF14E}" dt="2024-10-16T08:20:37.611" v="1759" actId="478"/>
          <ac:picMkLst>
            <pc:docMk/>
            <pc:sldMk cId="1535451863" sldId="466"/>
            <ac:picMk id="2" creationId="{05766C75-67F7-A4B1-F108-86D10331F033}"/>
          </ac:picMkLst>
        </pc:picChg>
        <pc:picChg chg="add mod">
          <ac:chgData name="Yunlong Jia" userId="6b7af21b-5f2a-4116-95e0-5cdc728d2113" providerId="ADAL" clId="{685294D3-F7EC-C740-896C-17627AFAF14E}" dt="2024-10-16T19:03:33.106" v="3395" actId="1038"/>
          <ac:picMkLst>
            <pc:docMk/>
            <pc:sldMk cId="1535451863" sldId="466"/>
            <ac:picMk id="2" creationId="{A911AEA8-E5B4-D502-092D-5BE6BC2373ED}"/>
          </ac:picMkLst>
        </pc:picChg>
        <pc:picChg chg="add del mod">
          <ac:chgData name="Yunlong Jia" userId="6b7af21b-5f2a-4116-95e0-5cdc728d2113" providerId="ADAL" clId="{685294D3-F7EC-C740-896C-17627AFAF14E}" dt="2024-10-16T08:20:45.232" v="1765" actId="478"/>
          <ac:picMkLst>
            <pc:docMk/>
            <pc:sldMk cId="1535451863" sldId="466"/>
            <ac:picMk id="3" creationId="{9938B903-9002-3777-9B3A-6946EE64BC26}"/>
          </ac:picMkLst>
        </pc:picChg>
        <pc:picChg chg="add del mod">
          <ac:chgData name="Yunlong Jia" userId="6b7af21b-5f2a-4116-95e0-5cdc728d2113" providerId="ADAL" clId="{685294D3-F7EC-C740-896C-17627AFAF14E}" dt="2024-10-16T08:36:59.504" v="1773" actId="478"/>
          <ac:picMkLst>
            <pc:docMk/>
            <pc:sldMk cId="1535451863" sldId="466"/>
            <ac:picMk id="6" creationId="{96586559-7090-B3D7-BFAC-1E7DF1AD9FB0}"/>
          </ac:picMkLst>
        </pc:picChg>
        <pc:picChg chg="add del mod">
          <ac:chgData name="Yunlong Jia" userId="6b7af21b-5f2a-4116-95e0-5cdc728d2113" providerId="ADAL" clId="{685294D3-F7EC-C740-896C-17627AFAF14E}" dt="2024-10-16T08:35:02.206" v="1770" actId="478"/>
          <ac:picMkLst>
            <pc:docMk/>
            <pc:sldMk cId="1535451863" sldId="466"/>
            <ac:picMk id="7" creationId="{075ABFD1-3E44-2339-B711-B39E9A81F47F}"/>
          </ac:picMkLst>
        </pc:picChg>
        <pc:picChg chg="add del mod">
          <ac:chgData name="Yunlong Jia" userId="6b7af21b-5f2a-4116-95e0-5cdc728d2113" providerId="ADAL" clId="{685294D3-F7EC-C740-896C-17627AFAF14E}" dt="2024-10-16T09:03:53.452" v="1927" actId="478"/>
          <ac:picMkLst>
            <pc:docMk/>
            <pc:sldMk cId="1535451863" sldId="466"/>
            <ac:picMk id="8" creationId="{C2A4A17E-6E5F-2D6C-9E43-81DC05403AC4}"/>
          </ac:picMkLst>
        </pc:picChg>
        <pc:picChg chg="add mod">
          <ac:chgData name="Yunlong Jia" userId="6b7af21b-5f2a-4116-95e0-5cdc728d2113" providerId="ADAL" clId="{685294D3-F7EC-C740-896C-17627AFAF14E}" dt="2024-10-16T19:04:06.815" v="3404" actId="1076"/>
          <ac:picMkLst>
            <pc:docMk/>
            <pc:sldMk cId="1535451863" sldId="466"/>
            <ac:picMk id="9" creationId="{A3361954-15F5-B6D9-95BE-BBCBDAA07E3D}"/>
          </ac:picMkLst>
        </pc:picChg>
        <pc:picChg chg="add del mod">
          <ac:chgData name="Yunlong Jia" userId="6b7af21b-5f2a-4116-95e0-5cdc728d2113" providerId="ADAL" clId="{685294D3-F7EC-C740-896C-17627AFAF14E}" dt="2024-10-16T19:03:18.612" v="3379" actId="478"/>
          <ac:picMkLst>
            <pc:docMk/>
            <pc:sldMk cId="1535451863" sldId="466"/>
            <ac:picMk id="11" creationId="{B5AA89F8-A29F-5F56-2ADE-D40BED05D036}"/>
          </ac:picMkLst>
        </pc:picChg>
      </pc:sldChg>
      <pc:sldChg chg="addSp delSp modSp new del mod">
        <pc:chgData name="Yunlong Jia" userId="6b7af21b-5f2a-4116-95e0-5cdc728d2113" providerId="ADAL" clId="{685294D3-F7EC-C740-896C-17627AFAF14E}" dt="2024-10-16T04:56:31.615" v="1716" actId="2696"/>
        <pc:sldMkLst>
          <pc:docMk/>
          <pc:sldMk cId="1947884816" sldId="466"/>
        </pc:sldMkLst>
        <pc:spChg chg="add mod">
          <ac:chgData name="Yunlong Jia" userId="6b7af21b-5f2a-4116-95e0-5cdc728d2113" providerId="ADAL" clId="{685294D3-F7EC-C740-896C-17627AFAF14E}" dt="2024-10-16T04:26:42.891" v="1696"/>
          <ac:spMkLst>
            <pc:docMk/>
            <pc:sldMk cId="1947884816" sldId="466"/>
            <ac:spMk id="4" creationId="{20279541-C3EB-A63D-EA50-0CDADC9BC4D1}"/>
          </ac:spMkLst>
        </pc:spChg>
        <pc:spChg chg="add mod">
          <ac:chgData name="Yunlong Jia" userId="6b7af21b-5f2a-4116-95e0-5cdc728d2113" providerId="ADAL" clId="{685294D3-F7EC-C740-896C-17627AFAF14E}" dt="2024-10-16T04:27:25.704" v="1699" actId="1076"/>
          <ac:spMkLst>
            <pc:docMk/>
            <pc:sldMk cId="1947884816" sldId="466"/>
            <ac:spMk id="6" creationId="{38011668-A862-5349-E626-9FF5984C1093}"/>
          </ac:spMkLst>
        </pc:spChg>
        <pc:spChg chg="add mod">
          <ac:chgData name="Yunlong Jia" userId="6b7af21b-5f2a-4116-95e0-5cdc728d2113" providerId="ADAL" clId="{685294D3-F7EC-C740-896C-17627AFAF14E}" dt="2024-10-16T04:31:21.930" v="1715" actId="1076"/>
          <ac:spMkLst>
            <pc:docMk/>
            <pc:sldMk cId="1947884816" sldId="466"/>
            <ac:spMk id="8" creationId="{1D48686D-DEF0-F1DF-C19A-C6F9C4B3D314}"/>
          </ac:spMkLst>
        </pc:spChg>
        <pc:spChg chg="add mod">
          <ac:chgData name="Yunlong Jia" userId="6b7af21b-5f2a-4116-95e0-5cdc728d2113" providerId="ADAL" clId="{685294D3-F7EC-C740-896C-17627AFAF14E}" dt="2024-10-16T04:31:21.930" v="1715" actId="1076"/>
          <ac:spMkLst>
            <pc:docMk/>
            <pc:sldMk cId="1947884816" sldId="466"/>
            <ac:spMk id="9" creationId="{102E3216-2BBF-9472-D758-92193DB2CB4B}"/>
          </ac:spMkLst>
        </pc:spChg>
        <pc:spChg chg="add mod">
          <ac:chgData name="Yunlong Jia" userId="6b7af21b-5f2a-4116-95e0-5cdc728d2113" providerId="ADAL" clId="{685294D3-F7EC-C740-896C-17627AFAF14E}" dt="2024-10-16T04:31:21.930" v="1715" actId="1076"/>
          <ac:spMkLst>
            <pc:docMk/>
            <pc:sldMk cId="1947884816" sldId="466"/>
            <ac:spMk id="10" creationId="{CE8EAEBB-5154-3DA3-E900-910F038415BA}"/>
          </ac:spMkLst>
        </pc:spChg>
        <pc:spChg chg="add mod">
          <ac:chgData name="Yunlong Jia" userId="6b7af21b-5f2a-4116-95e0-5cdc728d2113" providerId="ADAL" clId="{685294D3-F7EC-C740-896C-17627AFAF14E}" dt="2024-10-16T04:31:21.930" v="1715" actId="1076"/>
          <ac:spMkLst>
            <pc:docMk/>
            <pc:sldMk cId="1947884816" sldId="466"/>
            <ac:spMk id="11" creationId="{D6AAEFD2-87E8-2C70-5192-0598BB554910}"/>
          </ac:spMkLst>
        </pc:spChg>
        <pc:spChg chg="add mod">
          <ac:chgData name="Yunlong Jia" userId="6b7af21b-5f2a-4116-95e0-5cdc728d2113" providerId="ADAL" clId="{685294D3-F7EC-C740-896C-17627AFAF14E}" dt="2024-10-16T04:31:21.930" v="1715" actId="1076"/>
          <ac:spMkLst>
            <pc:docMk/>
            <pc:sldMk cId="1947884816" sldId="466"/>
            <ac:spMk id="12" creationId="{12F416EA-7585-570D-F8E9-AD23562BDF1A}"/>
          </ac:spMkLst>
        </pc:spChg>
        <pc:spChg chg="add mod">
          <ac:chgData name="Yunlong Jia" userId="6b7af21b-5f2a-4116-95e0-5cdc728d2113" providerId="ADAL" clId="{685294D3-F7EC-C740-896C-17627AFAF14E}" dt="2024-10-16T04:31:21.930" v="1715" actId="1076"/>
          <ac:spMkLst>
            <pc:docMk/>
            <pc:sldMk cId="1947884816" sldId="466"/>
            <ac:spMk id="13" creationId="{D0039EF1-B8C2-C537-C18E-EF9313A1F067}"/>
          </ac:spMkLst>
        </pc:spChg>
        <pc:spChg chg="add mod">
          <ac:chgData name="Yunlong Jia" userId="6b7af21b-5f2a-4116-95e0-5cdc728d2113" providerId="ADAL" clId="{685294D3-F7EC-C740-896C-17627AFAF14E}" dt="2024-10-16T04:31:21.930" v="1715" actId="1076"/>
          <ac:spMkLst>
            <pc:docMk/>
            <pc:sldMk cId="1947884816" sldId="466"/>
            <ac:spMk id="14" creationId="{9130511C-62DC-1D78-0926-344778666F1D}"/>
          </ac:spMkLst>
        </pc:spChg>
        <pc:picChg chg="add mod">
          <ac:chgData name="Yunlong Jia" userId="6b7af21b-5f2a-4116-95e0-5cdc728d2113" providerId="ADAL" clId="{685294D3-F7EC-C740-896C-17627AFAF14E}" dt="2024-10-16T04:16:32.166" v="1667" actId="1076"/>
          <ac:picMkLst>
            <pc:docMk/>
            <pc:sldMk cId="1947884816" sldId="466"/>
            <ac:picMk id="2" creationId="{F2D5AD68-DB0A-7D71-18DC-5DF74C6A380E}"/>
          </ac:picMkLst>
        </pc:picChg>
        <pc:picChg chg="add del mod">
          <ac:chgData name="Yunlong Jia" userId="6b7af21b-5f2a-4116-95e0-5cdc728d2113" providerId="ADAL" clId="{685294D3-F7EC-C740-896C-17627AFAF14E}" dt="2024-10-16T04:27:31.768" v="1700" actId="478"/>
          <ac:picMkLst>
            <pc:docMk/>
            <pc:sldMk cId="1947884816" sldId="466"/>
            <ac:picMk id="3" creationId="{2C206207-4E43-4408-6D18-6181B80315BC}"/>
          </ac:picMkLst>
        </pc:picChg>
        <pc:picChg chg="add mod">
          <ac:chgData name="Yunlong Jia" userId="6b7af21b-5f2a-4116-95e0-5cdc728d2113" providerId="ADAL" clId="{685294D3-F7EC-C740-896C-17627AFAF14E}" dt="2024-10-16T04:27:25.704" v="1699" actId="1076"/>
          <ac:picMkLst>
            <pc:docMk/>
            <pc:sldMk cId="1947884816" sldId="466"/>
            <ac:picMk id="5" creationId="{630E89AC-B985-6CAC-75AA-CFE67890022F}"/>
          </ac:picMkLst>
        </pc:picChg>
        <pc:picChg chg="add mod">
          <ac:chgData name="Yunlong Jia" userId="6b7af21b-5f2a-4116-95e0-5cdc728d2113" providerId="ADAL" clId="{685294D3-F7EC-C740-896C-17627AFAF14E}" dt="2024-10-16T04:31:21.930" v="1715" actId="1076"/>
          <ac:picMkLst>
            <pc:docMk/>
            <pc:sldMk cId="1947884816" sldId="466"/>
            <ac:picMk id="7" creationId="{858BB3C9-CF93-DF8E-1089-B8E385C44BBE}"/>
          </ac:picMkLst>
        </pc:picChg>
      </pc:sldChg>
      <pc:sldChg chg="addSp delSp modSp new mod ord">
        <pc:chgData name="Yunlong Jia" userId="6b7af21b-5f2a-4116-95e0-5cdc728d2113" providerId="ADAL" clId="{685294D3-F7EC-C740-896C-17627AFAF14E}" dt="2024-10-16T19:10:35.742" v="3506" actId="164"/>
        <pc:sldMkLst>
          <pc:docMk/>
          <pc:sldMk cId="2770637983" sldId="467"/>
        </pc:sldMkLst>
        <pc:spChg chg="add mod">
          <ac:chgData name="Yunlong Jia" userId="6b7af21b-5f2a-4116-95e0-5cdc728d2113" providerId="ADAL" clId="{685294D3-F7EC-C740-896C-17627AFAF14E}" dt="2024-10-16T09:21:32.558" v="2121" actId="1076"/>
          <ac:spMkLst>
            <pc:docMk/>
            <pc:sldMk cId="2770637983" sldId="467"/>
            <ac:spMk id="4" creationId="{439A2719-F70B-6AEF-F1EB-EA40534F5FD1}"/>
          </ac:spMkLst>
        </pc:spChg>
        <pc:spChg chg="add mod">
          <ac:chgData name="Yunlong Jia" userId="6b7af21b-5f2a-4116-95e0-5cdc728d2113" providerId="ADAL" clId="{685294D3-F7EC-C740-896C-17627AFAF14E}" dt="2024-10-16T09:21:38.485" v="2123" actId="1076"/>
          <ac:spMkLst>
            <pc:docMk/>
            <pc:sldMk cId="2770637983" sldId="467"/>
            <ac:spMk id="7" creationId="{5BDB1578-B566-D7B4-16D3-A1F3AB45144A}"/>
          </ac:spMkLst>
        </pc:spChg>
        <pc:spChg chg="add mod">
          <ac:chgData name="Yunlong Jia" userId="6b7af21b-5f2a-4116-95e0-5cdc728d2113" providerId="ADAL" clId="{685294D3-F7EC-C740-896C-17627AFAF14E}" dt="2024-10-16T09:21:36.517" v="2122" actId="1076"/>
          <ac:spMkLst>
            <pc:docMk/>
            <pc:sldMk cId="2770637983" sldId="467"/>
            <ac:spMk id="10" creationId="{B332106E-DC42-1360-1A88-75F5814190B7}"/>
          </ac:spMkLst>
        </pc:spChg>
        <pc:spChg chg="add mod">
          <ac:chgData name="Yunlong Jia" userId="6b7af21b-5f2a-4116-95e0-5cdc728d2113" providerId="ADAL" clId="{685294D3-F7EC-C740-896C-17627AFAF14E}" dt="2024-10-16T19:10:35.742" v="3506" actId="164"/>
          <ac:spMkLst>
            <pc:docMk/>
            <pc:sldMk cId="2770637983" sldId="467"/>
            <ac:spMk id="11" creationId="{6BB2EDD1-CBBD-261D-BF8B-CF44A189BFC9}"/>
          </ac:spMkLst>
        </pc:spChg>
        <pc:spChg chg="add mod">
          <ac:chgData name="Yunlong Jia" userId="6b7af21b-5f2a-4116-95e0-5cdc728d2113" providerId="ADAL" clId="{685294D3-F7EC-C740-896C-17627AFAF14E}" dt="2024-10-16T19:10:35.742" v="3506" actId="164"/>
          <ac:spMkLst>
            <pc:docMk/>
            <pc:sldMk cId="2770637983" sldId="467"/>
            <ac:spMk id="12" creationId="{BB739972-A9AE-AF93-2537-6FF0BF2388DC}"/>
          </ac:spMkLst>
        </pc:spChg>
        <pc:spChg chg="add mod">
          <ac:chgData name="Yunlong Jia" userId="6b7af21b-5f2a-4116-95e0-5cdc728d2113" providerId="ADAL" clId="{685294D3-F7EC-C740-896C-17627AFAF14E}" dt="2024-10-16T19:10:35.742" v="3506" actId="164"/>
          <ac:spMkLst>
            <pc:docMk/>
            <pc:sldMk cId="2770637983" sldId="467"/>
            <ac:spMk id="13" creationId="{F61E2D9B-B003-1BE1-95EF-1767F830E435}"/>
          </ac:spMkLst>
        </pc:spChg>
        <pc:spChg chg="add mod">
          <ac:chgData name="Yunlong Jia" userId="6b7af21b-5f2a-4116-95e0-5cdc728d2113" providerId="ADAL" clId="{685294D3-F7EC-C740-896C-17627AFAF14E}" dt="2024-10-16T19:10:35.742" v="3506" actId="164"/>
          <ac:spMkLst>
            <pc:docMk/>
            <pc:sldMk cId="2770637983" sldId="467"/>
            <ac:spMk id="14" creationId="{AD9A84AA-D844-B408-A311-568AADDA1389}"/>
          </ac:spMkLst>
        </pc:spChg>
        <pc:spChg chg="add mod">
          <ac:chgData name="Yunlong Jia" userId="6b7af21b-5f2a-4116-95e0-5cdc728d2113" providerId="ADAL" clId="{685294D3-F7EC-C740-896C-17627AFAF14E}" dt="2024-10-16T19:10:35.742" v="3506" actId="164"/>
          <ac:spMkLst>
            <pc:docMk/>
            <pc:sldMk cId="2770637983" sldId="467"/>
            <ac:spMk id="15" creationId="{94D5A1A6-A451-86AE-09ED-36BB99E6D1F9}"/>
          </ac:spMkLst>
        </pc:spChg>
        <pc:spChg chg="add mod">
          <ac:chgData name="Yunlong Jia" userId="6b7af21b-5f2a-4116-95e0-5cdc728d2113" providerId="ADAL" clId="{685294D3-F7EC-C740-896C-17627AFAF14E}" dt="2024-10-16T19:10:35.742" v="3506" actId="164"/>
          <ac:spMkLst>
            <pc:docMk/>
            <pc:sldMk cId="2770637983" sldId="467"/>
            <ac:spMk id="16" creationId="{F0436002-14CF-939E-689C-0A84CF70C5D2}"/>
          </ac:spMkLst>
        </pc:spChg>
        <pc:spChg chg="add mod">
          <ac:chgData name="Yunlong Jia" userId="6b7af21b-5f2a-4116-95e0-5cdc728d2113" providerId="ADAL" clId="{685294D3-F7EC-C740-896C-17627AFAF14E}" dt="2024-10-16T19:10:35.742" v="3506" actId="164"/>
          <ac:spMkLst>
            <pc:docMk/>
            <pc:sldMk cId="2770637983" sldId="467"/>
            <ac:spMk id="17" creationId="{655BC90D-E013-D9A2-AC5C-D7CC2A9F909A}"/>
          </ac:spMkLst>
        </pc:spChg>
        <pc:spChg chg="add mod">
          <ac:chgData name="Yunlong Jia" userId="6b7af21b-5f2a-4116-95e0-5cdc728d2113" providerId="ADAL" clId="{685294D3-F7EC-C740-896C-17627AFAF14E}" dt="2024-10-16T19:10:35.742" v="3506" actId="164"/>
          <ac:spMkLst>
            <pc:docMk/>
            <pc:sldMk cId="2770637983" sldId="467"/>
            <ac:spMk id="18" creationId="{D8EEF7DA-45A9-2E33-1F32-48C7A3F5A9EE}"/>
          </ac:spMkLst>
        </pc:spChg>
        <pc:spChg chg="add mod">
          <ac:chgData name="Yunlong Jia" userId="6b7af21b-5f2a-4116-95e0-5cdc728d2113" providerId="ADAL" clId="{685294D3-F7EC-C740-896C-17627AFAF14E}" dt="2024-10-16T19:10:35.742" v="3506" actId="164"/>
          <ac:spMkLst>
            <pc:docMk/>
            <pc:sldMk cId="2770637983" sldId="467"/>
            <ac:spMk id="19" creationId="{512A1344-309D-7B13-EBC5-CDA27DA8FE54}"/>
          </ac:spMkLst>
        </pc:spChg>
        <pc:spChg chg="add del mod">
          <ac:chgData name="Yunlong Jia" userId="6b7af21b-5f2a-4116-95e0-5cdc728d2113" providerId="ADAL" clId="{685294D3-F7EC-C740-896C-17627AFAF14E}" dt="2024-10-16T09:22:09.150" v="2128"/>
          <ac:spMkLst>
            <pc:docMk/>
            <pc:sldMk cId="2770637983" sldId="467"/>
            <ac:spMk id="20" creationId="{5D6858C4-CD6A-DFE9-DB87-E3F99452D681}"/>
          </ac:spMkLst>
        </pc:spChg>
        <pc:spChg chg="add mod">
          <ac:chgData name="Yunlong Jia" userId="6b7af21b-5f2a-4116-95e0-5cdc728d2113" providerId="ADAL" clId="{685294D3-F7EC-C740-896C-17627AFAF14E}" dt="2024-10-16T19:06:38.220" v="3420" actId="20577"/>
          <ac:spMkLst>
            <pc:docMk/>
            <pc:sldMk cId="2770637983" sldId="467"/>
            <ac:spMk id="21" creationId="{FBC70F9F-5283-953D-FE84-084F31F8AC8A}"/>
          </ac:spMkLst>
        </pc:spChg>
        <pc:spChg chg="add mod">
          <ac:chgData name="Yunlong Jia" userId="6b7af21b-5f2a-4116-95e0-5cdc728d2113" providerId="ADAL" clId="{685294D3-F7EC-C740-896C-17627AFAF14E}" dt="2024-10-16T19:06:28.667" v="3414" actId="1076"/>
          <ac:spMkLst>
            <pc:docMk/>
            <pc:sldMk cId="2770637983" sldId="467"/>
            <ac:spMk id="22" creationId="{F09AFFF6-8E5A-C3C9-2BC6-B76634458625}"/>
          </ac:spMkLst>
        </pc:spChg>
        <pc:grpChg chg="add mod">
          <ac:chgData name="Yunlong Jia" userId="6b7af21b-5f2a-4116-95e0-5cdc728d2113" providerId="ADAL" clId="{685294D3-F7EC-C740-896C-17627AFAF14E}" dt="2024-10-16T19:10:35.742" v="3506" actId="164"/>
          <ac:grpSpMkLst>
            <pc:docMk/>
            <pc:sldMk cId="2770637983" sldId="467"/>
            <ac:grpSpMk id="3" creationId="{B3EF5187-5DF1-BCEB-8BA7-636A5727363F}"/>
          </ac:grpSpMkLst>
        </pc:grpChg>
        <pc:picChg chg="add mod">
          <ac:chgData name="Yunlong Jia" userId="6b7af21b-5f2a-4116-95e0-5cdc728d2113" providerId="ADAL" clId="{685294D3-F7EC-C740-896C-17627AFAF14E}" dt="2024-10-16T08:44:29.358" v="1806" actId="1076"/>
          <ac:picMkLst>
            <pc:docMk/>
            <pc:sldMk cId="2770637983" sldId="467"/>
            <ac:picMk id="2" creationId="{88548979-6161-A60F-F266-939BCE501AF9}"/>
          </ac:picMkLst>
        </pc:picChg>
        <pc:picChg chg="add mod">
          <ac:chgData name="Yunlong Jia" userId="6b7af21b-5f2a-4116-95e0-5cdc728d2113" providerId="ADAL" clId="{685294D3-F7EC-C740-896C-17627AFAF14E}" dt="2024-10-16T19:10:35.742" v="3506" actId="164"/>
          <ac:picMkLst>
            <pc:docMk/>
            <pc:sldMk cId="2770637983" sldId="467"/>
            <ac:picMk id="5" creationId="{0FAC40B5-819A-E871-9A9D-80D3E450D01E}"/>
          </ac:picMkLst>
        </pc:picChg>
        <pc:picChg chg="add mod">
          <ac:chgData name="Yunlong Jia" userId="6b7af21b-5f2a-4116-95e0-5cdc728d2113" providerId="ADAL" clId="{685294D3-F7EC-C740-896C-17627AFAF14E}" dt="2024-10-16T09:20:42.213" v="2109" actId="1037"/>
          <ac:picMkLst>
            <pc:docMk/>
            <pc:sldMk cId="2770637983" sldId="467"/>
            <ac:picMk id="8" creationId="{2EF68D4B-3847-A69E-6221-B7DCEA277FEB}"/>
          </ac:picMkLst>
        </pc:picChg>
      </pc:sldChg>
      <pc:sldChg chg="addSp delSp modSp new mod">
        <pc:chgData name="Yunlong Jia" userId="6b7af21b-5f2a-4116-95e0-5cdc728d2113" providerId="ADAL" clId="{685294D3-F7EC-C740-896C-17627AFAF14E}" dt="2024-10-16T19:20:13.191" v="3565" actId="14100"/>
        <pc:sldMkLst>
          <pc:docMk/>
          <pc:sldMk cId="2819460713" sldId="468"/>
        </pc:sldMkLst>
        <pc:spChg chg="add del mod">
          <ac:chgData name="Yunlong Jia" userId="6b7af21b-5f2a-4116-95e0-5cdc728d2113" providerId="ADAL" clId="{685294D3-F7EC-C740-896C-17627AFAF14E}" dt="2024-10-16T09:01:48.688" v="1919" actId="478"/>
          <ac:spMkLst>
            <pc:docMk/>
            <pc:sldMk cId="2819460713" sldId="468"/>
            <ac:spMk id="4" creationId="{96A44173-6F3A-75CB-A3D9-AFB93C72D1F8}"/>
          </ac:spMkLst>
        </pc:spChg>
        <pc:spChg chg="add mod">
          <ac:chgData name="Yunlong Jia" userId="6b7af21b-5f2a-4116-95e0-5cdc728d2113" providerId="ADAL" clId="{685294D3-F7EC-C740-896C-17627AFAF14E}" dt="2024-10-16T16:48:32.022" v="2697" actId="1076"/>
          <ac:spMkLst>
            <pc:docMk/>
            <pc:sldMk cId="2819460713" sldId="468"/>
            <ac:spMk id="5" creationId="{E91C3325-63FF-3E1E-6B67-84D60CE66ECC}"/>
          </ac:spMkLst>
        </pc:spChg>
        <pc:spChg chg="add mod">
          <ac:chgData name="Yunlong Jia" userId="6b7af21b-5f2a-4116-95e0-5cdc728d2113" providerId="ADAL" clId="{685294D3-F7EC-C740-896C-17627AFAF14E}" dt="2024-10-16T09:08:23.199" v="2000" actId="1076"/>
          <ac:spMkLst>
            <pc:docMk/>
            <pc:sldMk cId="2819460713" sldId="468"/>
            <ac:spMk id="6" creationId="{1D1D96B4-8987-7306-969E-7BE2112638C1}"/>
          </ac:spMkLst>
        </pc:spChg>
        <pc:spChg chg="add mod">
          <ac:chgData name="Yunlong Jia" userId="6b7af21b-5f2a-4116-95e0-5cdc728d2113" providerId="ADAL" clId="{685294D3-F7EC-C740-896C-17627AFAF14E}" dt="2024-10-16T19:20:13.191" v="3565" actId="14100"/>
          <ac:spMkLst>
            <pc:docMk/>
            <pc:sldMk cId="2819460713" sldId="468"/>
            <ac:spMk id="7" creationId="{83C2ED0B-BBFE-25BB-9CF0-2B53ACDC4FE1}"/>
          </ac:spMkLst>
        </pc:spChg>
        <pc:spChg chg="add del mod">
          <ac:chgData name="Yunlong Jia" userId="6b7af21b-5f2a-4116-95e0-5cdc728d2113" providerId="ADAL" clId="{685294D3-F7EC-C740-896C-17627AFAF14E}" dt="2024-10-16T19:20:08.307" v="3561" actId="478"/>
          <ac:spMkLst>
            <pc:docMk/>
            <pc:sldMk cId="2819460713" sldId="468"/>
            <ac:spMk id="9" creationId="{5BA62DAB-4408-9DF4-4BCF-00AAE4F3A812}"/>
          </ac:spMkLst>
        </pc:spChg>
        <pc:picChg chg="add mod">
          <ac:chgData name="Yunlong Jia" userId="6b7af21b-5f2a-4116-95e0-5cdc728d2113" providerId="ADAL" clId="{685294D3-F7EC-C740-896C-17627AFAF14E}" dt="2024-10-16T16:48:26.596" v="2694" actId="1076"/>
          <ac:picMkLst>
            <pc:docMk/>
            <pc:sldMk cId="2819460713" sldId="468"/>
            <ac:picMk id="2" creationId="{FA342057-BFCD-AF44-8BF0-36910714386A}"/>
          </ac:picMkLst>
        </pc:picChg>
        <pc:picChg chg="add mod">
          <ac:chgData name="Yunlong Jia" userId="6b7af21b-5f2a-4116-95e0-5cdc728d2113" providerId="ADAL" clId="{685294D3-F7EC-C740-896C-17627AFAF14E}" dt="2024-10-16T19:19:43.873" v="3553" actId="14100"/>
          <ac:picMkLst>
            <pc:docMk/>
            <pc:sldMk cId="2819460713" sldId="468"/>
            <ac:picMk id="3" creationId="{A20656BA-6068-94C9-A373-93D6DF452E97}"/>
          </ac:picMkLst>
        </pc:picChg>
        <pc:picChg chg="add del mod">
          <ac:chgData name="Yunlong Jia" userId="6b7af21b-5f2a-4116-95e0-5cdc728d2113" providerId="ADAL" clId="{685294D3-F7EC-C740-896C-17627AFAF14E}" dt="2024-10-16T16:51:23.337" v="2706" actId="478"/>
          <ac:picMkLst>
            <pc:docMk/>
            <pc:sldMk cId="2819460713" sldId="468"/>
            <ac:picMk id="7" creationId="{5737511F-B36E-4E31-19E4-23CEAECC73ED}"/>
          </ac:picMkLst>
        </pc:picChg>
        <pc:picChg chg="add del mod">
          <ac:chgData name="Yunlong Jia" userId="6b7af21b-5f2a-4116-95e0-5cdc728d2113" providerId="ADAL" clId="{685294D3-F7EC-C740-896C-17627AFAF14E}" dt="2024-10-16T19:19:35.295" v="3548" actId="478"/>
          <ac:picMkLst>
            <pc:docMk/>
            <pc:sldMk cId="2819460713" sldId="468"/>
            <ac:picMk id="11" creationId="{880F19F3-85E3-954C-056A-D3B7B2340E85}"/>
          </ac:picMkLst>
        </pc:picChg>
      </pc:sldChg>
      <pc:sldChg chg="addSp delSp modSp new mod">
        <pc:chgData name="Yunlong Jia" userId="6b7af21b-5f2a-4116-95e0-5cdc728d2113" providerId="ADAL" clId="{685294D3-F7EC-C740-896C-17627AFAF14E}" dt="2024-10-16T19:30:13.341" v="3599" actId="1076"/>
        <pc:sldMkLst>
          <pc:docMk/>
          <pc:sldMk cId="3587073462" sldId="469"/>
        </pc:sldMkLst>
        <pc:spChg chg="add del mod">
          <ac:chgData name="Yunlong Jia" userId="6b7af21b-5f2a-4116-95e0-5cdc728d2113" providerId="ADAL" clId="{685294D3-F7EC-C740-896C-17627AFAF14E}" dt="2024-10-16T18:47:59.610" v="3351" actId="478"/>
          <ac:spMkLst>
            <pc:docMk/>
            <pc:sldMk cId="3587073462" sldId="469"/>
            <ac:spMk id="4" creationId="{450AB233-5A25-C62F-0C87-300ABD935DE5}"/>
          </ac:spMkLst>
        </pc:spChg>
        <pc:spChg chg="add mod">
          <ac:chgData name="Yunlong Jia" userId="6b7af21b-5f2a-4116-95e0-5cdc728d2113" providerId="ADAL" clId="{685294D3-F7EC-C740-896C-17627AFAF14E}" dt="2024-10-16T18:50:08.264" v="3363" actId="1076"/>
          <ac:spMkLst>
            <pc:docMk/>
            <pc:sldMk cId="3587073462" sldId="469"/>
            <ac:spMk id="7" creationId="{A6FD6AB8-FFF9-C494-34A3-3FB1533316F7}"/>
          </ac:spMkLst>
        </pc:spChg>
        <pc:spChg chg="add del">
          <ac:chgData name="Yunlong Jia" userId="6b7af21b-5f2a-4116-95e0-5cdc728d2113" providerId="ADAL" clId="{685294D3-F7EC-C740-896C-17627AFAF14E}" dt="2024-10-16T08:51:58.330" v="1842" actId="478"/>
          <ac:spMkLst>
            <pc:docMk/>
            <pc:sldMk cId="3587073462" sldId="469"/>
            <ac:spMk id="7" creationId="{AC9FF134-4A63-B36D-16C4-523C5AF540C9}"/>
          </ac:spMkLst>
        </pc:spChg>
        <pc:spChg chg="add del mod">
          <ac:chgData name="Yunlong Jia" userId="6b7af21b-5f2a-4116-95e0-5cdc728d2113" providerId="ADAL" clId="{685294D3-F7EC-C740-896C-17627AFAF14E}" dt="2024-10-16T18:46:06.738" v="3345" actId="21"/>
          <ac:spMkLst>
            <pc:docMk/>
            <pc:sldMk cId="3587073462" sldId="469"/>
            <ac:spMk id="8" creationId="{61A3F6C8-F750-1263-3696-707D39ADA101}"/>
          </ac:spMkLst>
        </pc:spChg>
        <pc:spChg chg="add mod">
          <ac:chgData name="Yunlong Jia" userId="6b7af21b-5f2a-4116-95e0-5cdc728d2113" providerId="ADAL" clId="{685294D3-F7EC-C740-896C-17627AFAF14E}" dt="2024-10-16T09:06:56.458" v="1964"/>
          <ac:spMkLst>
            <pc:docMk/>
            <pc:sldMk cId="3587073462" sldId="469"/>
            <ac:spMk id="10" creationId="{60ACC9DD-FB65-E5AF-F63C-3F993994D12B}"/>
          </ac:spMkLst>
        </pc:spChg>
        <pc:picChg chg="add del mod">
          <ac:chgData name="Yunlong Jia" userId="6b7af21b-5f2a-4116-95e0-5cdc728d2113" providerId="ADAL" clId="{685294D3-F7EC-C740-896C-17627AFAF14E}" dt="2024-10-16T18:47:56.306" v="3349" actId="478"/>
          <ac:picMkLst>
            <pc:docMk/>
            <pc:sldMk cId="3587073462" sldId="469"/>
            <ac:picMk id="2" creationId="{9F13EF11-2A12-BC31-9E5C-E305B9F40578}"/>
          </ac:picMkLst>
        </pc:picChg>
        <pc:picChg chg="add del mod">
          <ac:chgData name="Yunlong Jia" userId="6b7af21b-5f2a-4116-95e0-5cdc728d2113" providerId="ADAL" clId="{685294D3-F7EC-C740-896C-17627AFAF14E}" dt="2024-10-16T08:53:43.882" v="1848" actId="478"/>
          <ac:picMkLst>
            <pc:docMk/>
            <pc:sldMk cId="3587073462" sldId="469"/>
            <ac:picMk id="2" creationId="{E6DBA898-22BE-976E-16D3-FD60FCE1169E}"/>
          </ac:picMkLst>
        </pc:picChg>
        <pc:picChg chg="add mod">
          <ac:chgData name="Yunlong Jia" userId="6b7af21b-5f2a-4116-95e0-5cdc728d2113" providerId="ADAL" clId="{685294D3-F7EC-C740-896C-17627AFAF14E}" dt="2024-10-16T19:30:13.341" v="3599" actId="1076"/>
          <ac:picMkLst>
            <pc:docMk/>
            <pc:sldMk cId="3587073462" sldId="469"/>
            <ac:picMk id="3" creationId="{6A4D51EA-7B6D-3882-9FAC-543486E8776C}"/>
          </ac:picMkLst>
        </pc:picChg>
        <pc:picChg chg="add del mod">
          <ac:chgData name="Yunlong Jia" userId="6b7af21b-5f2a-4116-95e0-5cdc728d2113" providerId="ADAL" clId="{685294D3-F7EC-C740-896C-17627AFAF14E}" dt="2024-10-16T18:46:06.738" v="3345" actId="21"/>
          <ac:picMkLst>
            <pc:docMk/>
            <pc:sldMk cId="3587073462" sldId="469"/>
            <ac:picMk id="5" creationId="{1B1BD918-BC3D-B94F-C26A-63F2B39BF57A}"/>
          </ac:picMkLst>
        </pc:picChg>
        <pc:picChg chg="add del mod">
          <ac:chgData name="Yunlong Jia" userId="6b7af21b-5f2a-4116-95e0-5cdc728d2113" providerId="ADAL" clId="{685294D3-F7EC-C740-896C-17627AFAF14E}" dt="2024-10-16T18:47:58.361" v="3350" actId="478"/>
          <ac:picMkLst>
            <pc:docMk/>
            <pc:sldMk cId="3587073462" sldId="469"/>
            <ac:picMk id="9" creationId="{8D397254-0844-B6EF-9EDB-3193A8BB9DD8}"/>
          </ac:picMkLst>
        </pc:picChg>
      </pc:sldChg>
      <pc:sldChg chg="addSp delSp modSp new mod">
        <pc:chgData name="Yunlong Jia" userId="6b7af21b-5f2a-4116-95e0-5cdc728d2113" providerId="ADAL" clId="{685294D3-F7EC-C740-896C-17627AFAF14E}" dt="2024-10-16T09:04:53.299" v="1963"/>
        <pc:sldMkLst>
          <pc:docMk/>
          <pc:sldMk cId="77713543" sldId="470"/>
        </pc:sldMkLst>
        <pc:spChg chg="add del mod">
          <ac:chgData name="Yunlong Jia" userId="6b7af21b-5f2a-4116-95e0-5cdc728d2113" providerId="ADAL" clId="{685294D3-F7EC-C740-896C-17627AFAF14E}" dt="2024-10-16T08:55:44.337" v="1871" actId="478"/>
          <ac:spMkLst>
            <pc:docMk/>
            <pc:sldMk cId="77713543" sldId="470"/>
            <ac:spMk id="4" creationId="{C904EEC7-8FBB-8BF0-6C82-5E26DA2A7F95}"/>
          </ac:spMkLst>
        </pc:spChg>
        <pc:spChg chg="add mod">
          <ac:chgData name="Yunlong Jia" userId="6b7af21b-5f2a-4116-95e0-5cdc728d2113" providerId="ADAL" clId="{685294D3-F7EC-C740-896C-17627AFAF14E}" dt="2024-10-16T09:04:45.838" v="1962" actId="1076"/>
          <ac:spMkLst>
            <pc:docMk/>
            <pc:sldMk cId="77713543" sldId="470"/>
            <ac:spMk id="5" creationId="{FA74A54A-B65E-10BE-D226-2DDBFC98D495}"/>
          </ac:spMkLst>
        </pc:spChg>
        <pc:spChg chg="add del mod">
          <ac:chgData name="Yunlong Jia" userId="6b7af21b-5f2a-4116-95e0-5cdc728d2113" providerId="ADAL" clId="{685294D3-F7EC-C740-896C-17627AFAF14E}" dt="2024-10-16T08:58:29.522" v="1901" actId="478"/>
          <ac:spMkLst>
            <pc:docMk/>
            <pc:sldMk cId="77713543" sldId="470"/>
            <ac:spMk id="8" creationId="{3A08B26D-E93E-C3B3-1D9D-5D75E8B3E4B1}"/>
          </ac:spMkLst>
        </pc:spChg>
        <pc:spChg chg="add del mod">
          <ac:chgData name="Yunlong Jia" userId="6b7af21b-5f2a-4116-95e0-5cdc728d2113" providerId="ADAL" clId="{685294D3-F7EC-C740-896C-17627AFAF14E}" dt="2024-10-16T09:01:16.892" v="1908" actId="478"/>
          <ac:spMkLst>
            <pc:docMk/>
            <pc:sldMk cId="77713543" sldId="470"/>
            <ac:spMk id="9" creationId="{6E011CAF-3A74-CAE9-B132-1CEA4C4D0859}"/>
          </ac:spMkLst>
        </pc:spChg>
        <pc:spChg chg="add mod">
          <ac:chgData name="Yunlong Jia" userId="6b7af21b-5f2a-4116-95e0-5cdc728d2113" providerId="ADAL" clId="{685294D3-F7EC-C740-896C-17627AFAF14E}" dt="2024-10-16T09:04:53.299" v="1963"/>
          <ac:spMkLst>
            <pc:docMk/>
            <pc:sldMk cId="77713543" sldId="470"/>
            <ac:spMk id="10" creationId="{265774CE-8AA4-422B-CF9B-5DD58FCF44BB}"/>
          </ac:spMkLst>
        </pc:spChg>
        <pc:picChg chg="add mod">
          <ac:chgData name="Yunlong Jia" userId="6b7af21b-5f2a-4116-95e0-5cdc728d2113" providerId="ADAL" clId="{685294D3-F7EC-C740-896C-17627AFAF14E}" dt="2024-10-16T09:04:42.781" v="1961" actId="1076"/>
          <ac:picMkLst>
            <pc:docMk/>
            <pc:sldMk cId="77713543" sldId="470"/>
            <ac:picMk id="2" creationId="{34550FB7-65BC-92FC-A143-AD86DE1D7095}"/>
          </ac:picMkLst>
        </pc:picChg>
        <pc:picChg chg="add del mod">
          <ac:chgData name="Yunlong Jia" userId="6b7af21b-5f2a-4116-95e0-5cdc728d2113" providerId="ADAL" clId="{685294D3-F7EC-C740-896C-17627AFAF14E}" dt="2024-10-16T09:01:15.336" v="1907" actId="478"/>
          <ac:picMkLst>
            <pc:docMk/>
            <pc:sldMk cId="77713543" sldId="470"/>
            <ac:picMk id="6" creationId="{068E716D-B771-943C-83D8-3D01EDB7501F}"/>
          </ac:picMkLst>
        </pc:picChg>
      </pc:sldChg>
      <pc:sldChg chg="addSp modSp new mod">
        <pc:chgData name="Yunlong Jia" userId="6b7af21b-5f2a-4116-95e0-5cdc728d2113" providerId="ADAL" clId="{685294D3-F7EC-C740-896C-17627AFAF14E}" dt="2024-10-16T19:12:38.828" v="3543" actId="1076"/>
        <pc:sldMkLst>
          <pc:docMk/>
          <pc:sldMk cId="500803746" sldId="471"/>
        </pc:sldMkLst>
        <pc:spChg chg="add mod">
          <ac:chgData name="Yunlong Jia" userId="6b7af21b-5f2a-4116-95e0-5cdc728d2113" providerId="ADAL" clId="{685294D3-F7EC-C740-896C-17627AFAF14E}" dt="2024-10-16T19:12:38.828" v="3543" actId="1076"/>
          <ac:spMkLst>
            <pc:docMk/>
            <pc:sldMk cId="500803746" sldId="471"/>
            <ac:spMk id="4" creationId="{2EC46D56-608D-8F01-377B-6FBD7E9D2139}"/>
          </ac:spMkLst>
        </pc:spChg>
        <pc:spChg chg="add mod">
          <ac:chgData name="Yunlong Jia" userId="6b7af21b-5f2a-4116-95e0-5cdc728d2113" providerId="ADAL" clId="{685294D3-F7EC-C740-896C-17627AFAF14E}" dt="2024-10-16T19:12:30.860" v="3539" actId="1076"/>
          <ac:spMkLst>
            <pc:docMk/>
            <pc:sldMk cId="500803746" sldId="471"/>
            <ac:spMk id="5" creationId="{08F1535A-1160-02F4-22C3-297C70C4D5AE}"/>
          </ac:spMkLst>
        </pc:spChg>
        <pc:spChg chg="add mod">
          <ac:chgData name="Yunlong Jia" userId="6b7af21b-5f2a-4116-95e0-5cdc728d2113" providerId="ADAL" clId="{685294D3-F7EC-C740-896C-17627AFAF14E}" dt="2024-10-16T19:12:29.106" v="3538" actId="1076"/>
          <ac:spMkLst>
            <pc:docMk/>
            <pc:sldMk cId="500803746" sldId="471"/>
            <ac:spMk id="7" creationId="{8B6BBF5D-800A-BA33-3634-ACA0E3C9B451}"/>
          </ac:spMkLst>
        </pc:spChg>
        <pc:spChg chg="add mod">
          <ac:chgData name="Yunlong Jia" userId="6b7af21b-5f2a-4116-95e0-5cdc728d2113" providerId="ADAL" clId="{685294D3-F7EC-C740-896C-17627AFAF14E}" dt="2024-10-16T19:12:27.138" v="3537" actId="1076"/>
          <ac:spMkLst>
            <pc:docMk/>
            <pc:sldMk cId="500803746" sldId="471"/>
            <ac:spMk id="9" creationId="{B35AC3A1-1063-3A2A-A6B3-8A6996999C56}"/>
          </ac:spMkLst>
        </pc:spChg>
        <pc:picChg chg="add mod">
          <ac:chgData name="Yunlong Jia" userId="6b7af21b-5f2a-4116-95e0-5cdc728d2113" providerId="ADAL" clId="{685294D3-F7EC-C740-896C-17627AFAF14E}" dt="2024-10-16T19:12:35.193" v="3542" actId="1076"/>
          <ac:picMkLst>
            <pc:docMk/>
            <pc:sldMk cId="500803746" sldId="471"/>
            <ac:picMk id="2" creationId="{1A205188-AFE0-09F6-5356-B2F369FBCC80}"/>
          </ac:picMkLst>
        </pc:picChg>
        <pc:picChg chg="add mod">
          <ac:chgData name="Yunlong Jia" userId="6b7af21b-5f2a-4116-95e0-5cdc728d2113" providerId="ADAL" clId="{685294D3-F7EC-C740-896C-17627AFAF14E}" dt="2024-10-16T19:12:27.138" v="3537" actId="1076"/>
          <ac:picMkLst>
            <pc:docMk/>
            <pc:sldMk cId="500803746" sldId="471"/>
            <ac:picMk id="8" creationId="{F839BF71-B834-FDBB-3310-2BE27453103A}"/>
          </ac:picMkLst>
        </pc:picChg>
      </pc:sldChg>
      <pc:sldChg chg="addSp delSp modSp new mod modNotesTx">
        <pc:chgData name="Yunlong Jia" userId="6b7af21b-5f2a-4116-95e0-5cdc728d2113" providerId="ADAL" clId="{685294D3-F7EC-C740-896C-17627AFAF14E}" dt="2024-10-16T19:11:52.024" v="3533" actId="207"/>
        <pc:sldMkLst>
          <pc:docMk/>
          <pc:sldMk cId="1290240720" sldId="472"/>
        </pc:sldMkLst>
        <pc:spChg chg="add mod">
          <ac:chgData name="Yunlong Jia" userId="6b7af21b-5f2a-4116-95e0-5cdc728d2113" providerId="ADAL" clId="{685294D3-F7EC-C740-896C-17627AFAF14E}" dt="2024-10-16T19:09:44.644" v="3487" actId="1076"/>
          <ac:spMkLst>
            <pc:docMk/>
            <pc:sldMk cId="1290240720" sldId="472"/>
            <ac:spMk id="2" creationId="{6E2443E4-1A3E-F6AF-64FE-87BF9B69D220}"/>
          </ac:spMkLst>
        </pc:spChg>
        <pc:spChg chg="add mod">
          <ac:chgData name="Yunlong Jia" userId="6b7af21b-5f2a-4116-95e0-5cdc728d2113" providerId="ADAL" clId="{685294D3-F7EC-C740-896C-17627AFAF14E}" dt="2024-10-16T19:09:00.210" v="3467" actId="1076"/>
          <ac:spMkLst>
            <pc:docMk/>
            <pc:sldMk cId="1290240720" sldId="472"/>
            <ac:spMk id="3" creationId="{AC56DDA6-2766-D4DC-D704-12FC9B5A5460}"/>
          </ac:spMkLst>
        </pc:spChg>
        <pc:spChg chg="add mod">
          <ac:chgData name="Yunlong Jia" userId="6b7af21b-5f2a-4116-95e0-5cdc728d2113" providerId="ADAL" clId="{685294D3-F7EC-C740-896C-17627AFAF14E}" dt="2024-10-16T19:09:27.522" v="3481" actId="207"/>
          <ac:spMkLst>
            <pc:docMk/>
            <pc:sldMk cId="1290240720" sldId="472"/>
            <ac:spMk id="5" creationId="{B7B6B271-6D68-D14E-B75D-2CC97BC08093}"/>
          </ac:spMkLst>
        </pc:spChg>
        <pc:spChg chg="add mod">
          <ac:chgData name="Yunlong Jia" userId="6b7af21b-5f2a-4116-95e0-5cdc728d2113" providerId="ADAL" clId="{685294D3-F7EC-C740-896C-17627AFAF14E}" dt="2024-10-16T19:08:53.922" v="3465" actId="1076"/>
          <ac:spMkLst>
            <pc:docMk/>
            <pc:sldMk cId="1290240720" sldId="472"/>
            <ac:spMk id="8" creationId="{1223478F-7E6B-E634-3698-E923069CE2DC}"/>
          </ac:spMkLst>
        </pc:spChg>
        <pc:spChg chg="add mod">
          <ac:chgData name="Yunlong Jia" userId="6b7af21b-5f2a-4116-95e0-5cdc728d2113" providerId="ADAL" clId="{685294D3-F7EC-C740-896C-17627AFAF14E}" dt="2024-10-16T19:09:44.644" v="3487" actId="1076"/>
          <ac:spMkLst>
            <pc:docMk/>
            <pc:sldMk cId="1290240720" sldId="472"/>
            <ac:spMk id="9" creationId="{506BB487-0F78-BBF4-E50A-92D241FB1F3B}"/>
          </ac:spMkLst>
        </pc:spChg>
        <pc:spChg chg="add del mod">
          <ac:chgData name="Yunlong Jia" userId="6b7af21b-5f2a-4116-95e0-5cdc728d2113" providerId="ADAL" clId="{685294D3-F7EC-C740-896C-17627AFAF14E}" dt="2024-10-16T19:07:01.642" v="3422" actId="21"/>
          <ac:spMkLst>
            <pc:docMk/>
            <pc:sldMk cId="1290240720" sldId="472"/>
            <ac:spMk id="11" creationId="{F69A9A80-227A-AA48-207A-A740C8D35EBC}"/>
          </ac:spMkLst>
        </pc:spChg>
        <pc:spChg chg="add mod">
          <ac:chgData name="Yunlong Jia" userId="6b7af21b-5f2a-4116-95e0-5cdc728d2113" providerId="ADAL" clId="{685294D3-F7EC-C740-896C-17627AFAF14E}" dt="2024-10-16T09:34:29.040" v="2258"/>
          <ac:spMkLst>
            <pc:docMk/>
            <pc:sldMk cId="1290240720" sldId="472"/>
            <ac:spMk id="12" creationId="{A1CE3561-8819-F1B3-682D-FB11AB195062}"/>
          </ac:spMkLst>
        </pc:spChg>
        <pc:spChg chg="add mod">
          <ac:chgData name="Yunlong Jia" userId="6b7af21b-5f2a-4116-95e0-5cdc728d2113" providerId="ADAL" clId="{685294D3-F7EC-C740-896C-17627AFAF14E}" dt="2024-10-16T19:08:42.467" v="3462" actId="164"/>
          <ac:spMkLst>
            <pc:docMk/>
            <pc:sldMk cId="1290240720" sldId="472"/>
            <ac:spMk id="13" creationId="{09AC2E91-F2C5-764F-DBDC-C7223EA66766}"/>
          </ac:spMkLst>
        </pc:spChg>
        <pc:spChg chg="add mod">
          <ac:chgData name="Yunlong Jia" userId="6b7af21b-5f2a-4116-95e0-5cdc728d2113" providerId="ADAL" clId="{685294D3-F7EC-C740-896C-17627AFAF14E}" dt="2024-10-16T19:08:42.467" v="3462" actId="164"/>
          <ac:spMkLst>
            <pc:docMk/>
            <pc:sldMk cId="1290240720" sldId="472"/>
            <ac:spMk id="14" creationId="{4D3989FC-325A-1F2B-5AE1-2699ED1D4470}"/>
          </ac:spMkLst>
        </pc:spChg>
        <pc:spChg chg="add mod">
          <ac:chgData name="Yunlong Jia" userId="6b7af21b-5f2a-4116-95e0-5cdc728d2113" providerId="ADAL" clId="{685294D3-F7EC-C740-896C-17627AFAF14E}" dt="2024-10-16T19:08:42.467" v="3462" actId="164"/>
          <ac:spMkLst>
            <pc:docMk/>
            <pc:sldMk cId="1290240720" sldId="472"/>
            <ac:spMk id="15" creationId="{D816A918-FDC0-05EB-C5BF-AC79BF0BABA6}"/>
          </ac:spMkLst>
        </pc:spChg>
        <pc:spChg chg="add mod">
          <ac:chgData name="Yunlong Jia" userId="6b7af21b-5f2a-4116-95e0-5cdc728d2113" providerId="ADAL" clId="{685294D3-F7EC-C740-896C-17627AFAF14E}" dt="2024-10-16T19:08:42.467" v="3462" actId="164"/>
          <ac:spMkLst>
            <pc:docMk/>
            <pc:sldMk cId="1290240720" sldId="472"/>
            <ac:spMk id="16" creationId="{4928663C-6377-7316-4982-84C1F8A3D71C}"/>
          </ac:spMkLst>
        </pc:spChg>
        <pc:spChg chg="add mod">
          <ac:chgData name="Yunlong Jia" userId="6b7af21b-5f2a-4116-95e0-5cdc728d2113" providerId="ADAL" clId="{685294D3-F7EC-C740-896C-17627AFAF14E}" dt="2024-10-16T19:08:42.467" v="3462" actId="164"/>
          <ac:spMkLst>
            <pc:docMk/>
            <pc:sldMk cId="1290240720" sldId="472"/>
            <ac:spMk id="17" creationId="{F6D086EF-64A4-8A7C-54D2-35D30B15C38D}"/>
          </ac:spMkLst>
        </pc:spChg>
        <pc:spChg chg="add mod">
          <ac:chgData name="Yunlong Jia" userId="6b7af21b-5f2a-4116-95e0-5cdc728d2113" providerId="ADAL" clId="{685294D3-F7EC-C740-896C-17627AFAF14E}" dt="2024-10-16T19:08:42.467" v="3462" actId="164"/>
          <ac:spMkLst>
            <pc:docMk/>
            <pc:sldMk cId="1290240720" sldId="472"/>
            <ac:spMk id="18" creationId="{DB09FF04-CDBB-F7C3-10C9-597639C67DF2}"/>
          </ac:spMkLst>
        </pc:spChg>
        <pc:spChg chg="add mod">
          <ac:chgData name="Yunlong Jia" userId="6b7af21b-5f2a-4116-95e0-5cdc728d2113" providerId="ADAL" clId="{685294D3-F7EC-C740-896C-17627AFAF14E}" dt="2024-10-16T19:08:42.467" v="3462" actId="164"/>
          <ac:spMkLst>
            <pc:docMk/>
            <pc:sldMk cId="1290240720" sldId="472"/>
            <ac:spMk id="19" creationId="{3ACE0BEC-788A-C7C0-FED0-5CC220A61204}"/>
          </ac:spMkLst>
        </pc:spChg>
        <pc:spChg chg="add mod">
          <ac:chgData name="Yunlong Jia" userId="6b7af21b-5f2a-4116-95e0-5cdc728d2113" providerId="ADAL" clId="{685294D3-F7EC-C740-896C-17627AFAF14E}" dt="2024-10-16T19:08:42.467" v="3462" actId="164"/>
          <ac:spMkLst>
            <pc:docMk/>
            <pc:sldMk cId="1290240720" sldId="472"/>
            <ac:spMk id="20" creationId="{86B3B348-3FCB-6042-E68D-AED9A61578C6}"/>
          </ac:spMkLst>
        </pc:spChg>
        <pc:spChg chg="add mod">
          <ac:chgData name="Yunlong Jia" userId="6b7af21b-5f2a-4116-95e0-5cdc728d2113" providerId="ADAL" clId="{685294D3-F7EC-C740-896C-17627AFAF14E}" dt="2024-10-16T19:08:42.467" v="3462" actId="164"/>
          <ac:spMkLst>
            <pc:docMk/>
            <pc:sldMk cId="1290240720" sldId="472"/>
            <ac:spMk id="21" creationId="{615B454F-0968-A5F7-2DB4-781C28E146FC}"/>
          </ac:spMkLst>
        </pc:spChg>
        <pc:spChg chg="add mod">
          <ac:chgData name="Yunlong Jia" userId="6b7af21b-5f2a-4116-95e0-5cdc728d2113" providerId="ADAL" clId="{685294D3-F7EC-C740-896C-17627AFAF14E}" dt="2024-10-16T19:08:42.467" v="3462" actId="164"/>
          <ac:spMkLst>
            <pc:docMk/>
            <pc:sldMk cId="1290240720" sldId="472"/>
            <ac:spMk id="22" creationId="{13A42AFF-B265-FA7A-6053-57C1E9DA4255}"/>
          </ac:spMkLst>
        </pc:spChg>
        <pc:spChg chg="add mod">
          <ac:chgData name="Yunlong Jia" userId="6b7af21b-5f2a-4116-95e0-5cdc728d2113" providerId="ADAL" clId="{685294D3-F7EC-C740-896C-17627AFAF14E}" dt="2024-10-16T19:08:42.467" v="3462" actId="164"/>
          <ac:spMkLst>
            <pc:docMk/>
            <pc:sldMk cId="1290240720" sldId="472"/>
            <ac:spMk id="23" creationId="{F35A9421-4CB0-CDF7-DBE2-323838DDFA86}"/>
          </ac:spMkLst>
        </pc:spChg>
        <pc:spChg chg="add mod">
          <ac:chgData name="Yunlong Jia" userId="6b7af21b-5f2a-4116-95e0-5cdc728d2113" providerId="ADAL" clId="{685294D3-F7EC-C740-896C-17627AFAF14E}" dt="2024-10-16T19:08:47.158" v="3463" actId="164"/>
          <ac:spMkLst>
            <pc:docMk/>
            <pc:sldMk cId="1290240720" sldId="472"/>
            <ac:spMk id="25" creationId="{9DED3407-D90F-18D8-1E69-311740072395}"/>
          </ac:spMkLst>
        </pc:spChg>
        <pc:spChg chg="add mod">
          <ac:chgData name="Yunlong Jia" userId="6b7af21b-5f2a-4116-95e0-5cdc728d2113" providerId="ADAL" clId="{685294D3-F7EC-C740-896C-17627AFAF14E}" dt="2024-10-16T19:08:57.323" v="3466" actId="1076"/>
          <ac:spMkLst>
            <pc:docMk/>
            <pc:sldMk cId="1290240720" sldId="472"/>
            <ac:spMk id="26" creationId="{88836B11-110A-DBFD-31C9-8ABB0678B2D5}"/>
          </ac:spMkLst>
        </pc:spChg>
        <pc:spChg chg="add mod">
          <ac:chgData name="Yunlong Jia" userId="6b7af21b-5f2a-4116-95e0-5cdc728d2113" providerId="ADAL" clId="{685294D3-F7EC-C740-896C-17627AFAF14E}" dt="2024-10-16T19:08:47.158" v="3463" actId="164"/>
          <ac:spMkLst>
            <pc:docMk/>
            <pc:sldMk cId="1290240720" sldId="472"/>
            <ac:spMk id="27" creationId="{1CFCA4B8-482A-9836-2BEF-4D9EF5C4ADEE}"/>
          </ac:spMkLst>
        </pc:spChg>
        <pc:spChg chg="add mod">
          <ac:chgData name="Yunlong Jia" userId="6b7af21b-5f2a-4116-95e0-5cdc728d2113" providerId="ADAL" clId="{685294D3-F7EC-C740-896C-17627AFAF14E}" dt="2024-10-16T19:08:47.158" v="3463" actId="164"/>
          <ac:spMkLst>
            <pc:docMk/>
            <pc:sldMk cId="1290240720" sldId="472"/>
            <ac:spMk id="28" creationId="{57543243-3E49-0334-138D-8EF75596A4CA}"/>
          </ac:spMkLst>
        </pc:spChg>
        <pc:spChg chg="add mod">
          <ac:chgData name="Yunlong Jia" userId="6b7af21b-5f2a-4116-95e0-5cdc728d2113" providerId="ADAL" clId="{685294D3-F7EC-C740-896C-17627AFAF14E}" dt="2024-10-16T19:08:47.158" v="3463" actId="164"/>
          <ac:spMkLst>
            <pc:docMk/>
            <pc:sldMk cId="1290240720" sldId="472"/>
            <ac:spMk id="29" creationId="{622BCA50-FE09-529D-9DC3-C0CA965C5B06}"/>
          </ac:spMkLst>
        </pc:spChg>
        <pc:spChg chg="add mod">
          <ac:chgData name="Yunlong Jia" userId="6b7af21b-5f2a-4116-95e0-5cdc728d2113" providerId="ADAL" clId="{685294D3-F7EC-C740-896C-17627AFAF14E}" dt="2024-10-16T19:08:47.158" v="3463" actId="164"/>
          <ac:spMkLst>
            <pc:docMk/>
            <pc:sldMk cId="1290240720" sldId="472"/>
            <ac:spMk id="30" creationId="{C272673E-2348-3375-CE2D-5BAB4CA15307}"/>
          </ac:spMkLst>
        </pc:spChg>
        <pc:spChg chg="add mod">
          <ac:chgData name="Yunlong Jia" userId="6b7af21b-5f2a-4116-95e0-5cdc728d2113" providerId="ADAL" clId="{685294D3-F7EC-C740-896C-17627AFAF14E}" dt="2024-10-16T19:11:29.196" v="3528" actId="14100"/>
          <ac:spMkLst>
            <pc:docMk/>
            <pc:sldMk cId="1290240720" sldId="472"/>
            <ac:spMk id="33" creationId="{0C392AE7-A1F5-5197-16A8-0CDE46A0FDCC}"/>
          </ac:spMkLst>
        </pc:spChg>
        <pc:spChg chg="add mod">
          <ac:chgData name="Yunlong Jia" userId="6b7af21b-5f2a-4116-95e0-5cdc728d2113" providerId="ADAL" clId="{685294D3-F7EC-C740-896C-17627AFAF14E}" dt="2024-10-16T19:11:26.361" v="3526" actId="1076"/>
          <ac:spMkLst>
            <pc:docMk/>
            <pc:sldMk cId="1290240720" sldId="472"/>
            <ac:spMk id="34" creationId="{261F9600-6405-59D9-E135-64DC5249E1DD}"/>
          </ac:spMkLst>
        </pc:spChg>
        <pc:spChg chg="add mod">
          <ac:chgData name="Yunlong Jia" userId="6b7af21b-5f2a-4116-95e0-5cdc728d2113" providerId="ADAL" clId="{685294D3-F7EC-C740-896C-17627AFAF14E}" dt="2024-10-16T19:11:52.024" v="3533" actId="207"/>
          <ac:spMkLst>
            <pc:docMk/>
            <pc:sldMk cId="1290240720" sldId="472"/>
            <ac:spMk id="36" creationId="{21172E79-4A3D-8BAA-9E9D-52AD3E90F820}"/>
          </ac:spMkLst>
        </pc:spChg>
        <pc:spChg chg="add del mod">
          <ac:chgData name="Yunlong Jia" userId="6b7af21b-5f2a-4116-95e0-5cdc728d2113" providerId="ADAL" clId="{685294D3-F7EC-C740-896C-17627AFAF14E}" dt="2024-10-16T19:10:58.576" v="3511" actId="478"/>
          <ac:spMkLst>
            <pc:docMk/>
            <pc:sldMk cId="1290240720" sldId="472"/>
            <ac:spMk id="37" creationId="{38FA5D45-0675-7643-B614-F55318553982}"/>
          </ac:spMkLst>
        </pc:spChg>
        <pc:spChg chg="mod">
          <ac:chgData name="Yunlong Jia" userId="6b7af21b-5f2a-4116-95e0-5cdc728d2113" providerId="ADAL" clId="{685294D3-F7EC-C740-896C-17627AFAF14E}" dt="2024-10-16T19:10:55.400" v="3509"/>
          <ac:spMkLst>
            <pc:docMk/>
            <pc:sldMk cId="1290240720" sldId="472"/>
            <ac:spMk id="40" creationId="{8B9407C9-4B22-CC33-2B16-630952ADCC73}"/>
          </ac:spMkLst>
        </pc:spChg>
        <pc:spChg chg="mod">
          <ac:chgData name="Yunlong Jia" userId="6b7af21b-5f2a-4116-95e0-5cdc728d2113" providerId="ADAL" clId="{685294D3-F7EC-C740-896C-17627AFAF14E}" dt="2024-10-16T19:10:55.400" v="3509"/>
          <ac:spMkLst>
            <pc:docMk/>
            <pc:sldMk cId="1290240720" sldId="472"/>
            <ac:spMk id="41" creationId="{8A130C13-24D4-E0B8-F9E1-2F89D62BADB8}"/>
          </ac:spMkLst>
        </pc:spChg>
        <pc:spChg chg="mod">
          <ac:chgData name="Yunlong Jia" userId="6b7af21b-5f2a-4116-95e0-5cdc728d2113" providerId="ADAL" clId="{685294D3-F7EC-C740-896C-17627AFAF14E}" dt="2024-10-16T19:10:55.400" v="3509"/>
          <ac:spMkLst>
            <pc:docMk/>
            <pc:sldMk cId="1290240720" sldId="472"/>
            <ac:spMk id="42" creationId="{1EF6E40C-CEA2-AA43-E4A3-248F5363F870}"/>
          </ac:spMkLst>
        </pc:spChg>
        <pc:spChg chg="mod">
          <ac:chgData name="Yunlong Jia" userId="6b7af21b-5f2a-4116-95e0-5cdc728d2113" providerId="ADAL" clId="{685294D3-F7EC-C740-896C-17627AFAF14E}" dt="2024-10-16T19:10:55.400" v="3509"/>
          <ac:spMkLst>
            <pc:docMk/>
            <pc:sldMk cId="1290240720" sldId="472"/>
            <ac:spMk id="43" creationId="{D355FD06-8544-CCE4-CBCE-CE39D4541ACD}"/>
          </ac:spMkLst>
        </pc:spChg>
        <pc:spChg chg="mod">
          <ac:chgData name="Yunlong Jia" userId="6b7af21b-5f2a-4116-95e0-5cdc728d2113" providerId="ADAL" clId="{685294D3-F7EC-C740-896C-17627AFAF14E}" dt="2024-10-16T19:10:55.400" v="3509"/>
          <ac:spMkLst>
            <pc:docMk/>
            <pc:sldMk cId="1290240720" sldId="472"/>
            <ac:spMk id="44" creationId="{99C8DE31-8E74-1A4C-9C34-23670290669C}"/>
          </ac:spMkLst>
        </pc:spChg>
        <pc:spChg chg="mod">
          <ac:chgData name="Yunlong Jia" userId="6b7af21b-5f2a-4116-95e0-5cdc728d2113" providerId="ADAL" clId="{685294D3-F7EC-C740-896C-17627AFAF14E}" dt="2024-10-16T19:10:55.400" v="3509"/>
          <ac:spMkLst>
            <pc:docMk/>
            <pc:sldMk cId="1290240720" sldId="472"/>
            <ac:spMk id="45" creationId="{16E80C39-776B-F15D-E0C1-66E02A3B1D07}"/>
          </ac:spMkLst>
        </pc:spChg>
        <pc:spChg chg="mod">
          <ac:chgData name="Yunlong Jia" userId="6b7af21b-5f2a-4116-95e0-5cdc728d2113" providerId="ADAL" clId="{685294D3-F7EC-C740-896C-17627AFAF14E}" dt="2024-10-16T19:10:55.400" v="3509"/>
          <ac:spMkLst>
            <pc:docMk/>
            <pc:sldMk cId="1290240720" sldId="472"/>
            <ac:spMk id="46" creationId="{C7B46929-7C70-09AD-F8C7-6249A5E8C0E6}"/>
          </ac:spMkLst>
        </pc:spChg>
        <pc:grpChg chg="add mod">
          <ac:chgData name="Yunlong Jia" userId="6b7af21b-5f2a-4116-95e0-5cdc728d2113" providerId="ADAL" clId="{685294D3-F7EC-C740-896C-17627AFAF14E}" dt="2024-10-16T19:08:53.922" v="3465" actId="1076"/>
          <ac:grpSpMkLst>
            <pc:docMk/>
            <pc:sldMk cId="1290240720" sldId="472"/>
            <ac:grpSpMk id="31" creationId="{601BD88A-67CC-B2B7-5426-2A813097CF5E}"/>
          </ac:grpSpMkLst>
        </pc:grpChg>
        <pc:grpChg chg="add mod">
          <ac:chgData name="Yunlong Jia" userId="6b7af21b-5f2a-4116-95e0-5cdc728d2113" providerId="ADAL" clId="{685294D3-F7EC-C740-896C-17627AFAF14E}" dt="2024-10-16T19:09:22.665" v="3479" actId="1076"/>
          <ac:grpSpMkLst>
            <pc:docMk/>
            <pc:sldMk cId="1290240720" sldId="472"/>
            <ac:grpSpMk id="32" creationId="{85C32AD3-8FDA-D099-1F60-55396F0515A9}"/>
          </ac:grpSpMkLst>
        </pc:grpChg>
        <pc:grpChg chg="add mod">
          <ac:chgData name="Yunlong Jia" userId="6b7af21b-5f2a-4116-95e0-5cdc728d2113" providerId="ADAL" clId="{685294D3-F7EC-C740-896C-17627AFAF14E}" dt="2024-10-16T19:11:18.187" v="3523" actId="14100"/>
          <ac:grpSpMkLst>
            <pc:docMk/>
            <pc:sldMk cId="1290240720" sldId="472"/>
            <ac:grpSpMk id="38" creationId="{9243D8AB-B0BA-7D6B-39DD-D3A2CE7A6546}"/>
          </ac:grpSpMkLst>
        </pc:grpChg>
        <pc:picChg chg="add mod">
          <ac:chgData name="Yunlong Jia" userId="6b7af21b-5f2a-4116-95e0-5cdc728d2113" providerId="ADAL" clId="{685294D3-F7EC-C740-896C-17627AFAF14E}" dt="2024-10-16T19:08:42.467" v="3462" actId="164"/>
          <ac:picMkLst>
            <pc:docMk/>
            <pc:sldMk cId="1290240720" sldId="472"/>
            <ac:picMk id="4" creationId="{3063457B-41F6-0EE8-CFC2-16CCBCC70173}"/>
          </ac:picMkLst>
        </pc:picChg>
        <pc:picChg chg="add del mod">
          <ac:chgData name="Yunlong Jia" userId="6b7af21b-5f2a-4116-95e0-5cdc728d2113" providerId="ADAL" clId="{685294D3-F7EC-C740-896C-17627AFAF14E}" dt="2024-10-16T09:27:17.188" v="2217" actId="478"/>
          <ac:picMkLst>
            <pc:docMk/>
            <pc:sldMk cId="1290240720" sldId="472"/>
            <ac:picMk id="5" creationId="{E4EBF798-56F3-D655-7B21-064F2A043BEA}"/>
          </ac:picMkLst>
        </pc:picChg>
        <pc:picChg chg="add mod">
          <ac:chgData name="Yunlong Jia" userId="6b7af21b-5f2a-4116-95e0-5cdc728d2113" providerId="ADAL" clId="{685294D3-F7EC-C740-896C-17627AFAF14E}" dt="2024-10-16T19:08:53.922" v="3465" actId="1076"/>
          <ac:picMkLst>
            <pc:docMk/>
            <pc:sldMk cId="1290240720" sldId="472"/>
            <ac:picMk id="6" creationId="{CD6F9D2D-1150-4FF5-8004-096E54D3FA03}"/>
          </ac:picMkLst>
        </pc:picChg>
        <pc:picChg chg="add mod">
          <ac:chgData name="Yunlong Jia" userId="6b7af21b-5f2a-4116-95e0-5cdc728d2113" providerId="ADAL" clId="{685294D3-F7EC-C740-896C-17627AFAF14E}" dt="2024-10-16T19:08:47.158" v="3463" actId="164"/>
          <ac:picMkLst>
            <pc:docMk/>
            <pc:sldMk cId="1290240720" sldId="472"/>
            <ac:picMk id="7" creationId="{ECC3C4E3-980F-10DC-D70C-EA6437ED0725}"/>
          </ac:picMkLst>
        </pc:picChg>
        <pc:picChg chg="add del mod">
          <ac:chgData name="Yunlong Jia" userId="6b7af21b-5f2a-4116-95e0-5cdc728d2113" providerId="ADAL" clId="{685294D3-F7EC-C740-896C-17627AFAF14E}" dt="2024-10-16T09:38:19.671" v="2377" actId="478"/>
          <ac:picMkLst>
            <pc:docMk/>
            <pc:sldMk cId="1290240720" sldId="472"/>
            <ac:picMk id="9" creationId="{27DAA9CE-1841-8276-536C-805E468798EC}"/>
          </ac:picMkLst>
        </pc:picChg>
        <pc:picChg chg="add mod">
          <ac:chgData name="Yunlong Jia" userId="6b7af21b-5f2a-4116-95e0-5cdc728d2113" providerId="ADAL" clId="{685294D3-F7EC-C740-896C-17627AFAF14E}" dt="2024-10-16T19:09:14.863" v="3478" actId="1076"/>
          <ac:picMkLst>
            <pc:docMk/>
            <pc:sldMk cId="1290240720" sldId="472"/>
            <ac:picMk id="10" creationId="{3C28954A-4FE9-769A-0216-4F4CF9898EB0}"/>
          </ac:picMkLst>
        </pc:picChg>
        <pc:picChg chg="add del mod">
          <ac:chgData name="Yunlong Jia" userId="6b7af21b-5f2a-4116-95e0-5cdc728d2113" providerId="ADAL" clId="{685294D3-F7EC-C740-896C-17627AFAF14E}" dt="2024-10-16T19:07:01.642" v="3422" actId="21"/>
          <ac:picMkLst>
            <pc:docMk/>
            <pc:sldMk cId="1290240720" sldId="472"/>
            <ac:picMk id="24" creationId="{4AC921D2-0FEB-C195-BEDE-43B2413A0553}"/>
          </ac:picMkLst>
        </pc:picChg>
        <pc:picChg chg="add mod">
          <ac:chgData name="Yunlong Jia" userId="6b7af21b-5f2a-4116-95e0-5cdc728d2113" providerId="ADAL" clId="{685294D3-F7EC-C740-896C-17627AFAF14E}" dt="2024-10-16T19:11:41.386" v="3531" actId="1076"/>
          <ac:picMkLst>
            <pc:docMk/>
            <pc:sldMk cId="1290240720" sldId="472"/>
            <ac:picMk id="35" creationId="{FD830F3D-C552-CA9A-6410-79A516EBD981}"/>
          </ac:picMkLst>
        </pc:picChg>
        <pc:picChg chg="mod">
          <ac:chgData name="Yunlong Jia" userId="6b7af21b-5f2a-4116-95e0-5cdc728d2113" providerId="ADAL" clId="{685294D3-F7EC-C740-896C-17627AFAF14E}" dt="2024-10-16T19:10:55.400" v="3509"/>
          <ac:picMkLst>
            <pc:docMk/>
            <pc:sldMk cId="1290240720" sldId="472"/>
            <ac:picMk id="39" creationId="{6FB8BCC4-2AD2-9E34-F6B9-0AF954A146DE}"/>
          </ac:picMkLst>
        </pc:picChg>
      </pc:sldChg>
      <pc:sldChg chg="addSp delSp modSp new del mod">
        <pc:chgData name="Yunlong Jia" userId="6b7af21b-5f2a-4116-95e0-5cdc728d2113" providerId="ADAL" clId="{685294D3-F7EC-C740-896C-17627AFAF14E}" dt="2024-10-16T19:09:48.323" v="3488" actId="2696"/>
        <pc:sldMkLst>
          <pc:docMk/>
          <pc:sldMk cId="655448529" sldId="473"/>
        </pc:sldMkLst>
        <pc:spChg chg="add mod">
          <ac:chgData name="Yunlong Jia" userId="6b7af21b-5f2a-4116-95e0-5cdc728d2113" providerId="ADAL" clId="{685294D3-F7EC-C740-896C-17627AFAF14E}" dt="2024-10-16T09:49:22.529" v="2485" actId="14100"/>
          <ac:spMkLst>
            <pc:docMk/>
            <pc:sldMk cId="655448529" sldId="473"/>
            <ac:spMk id="3" creationId="{001C4D8D-53A5-30A1-A713-847EB00E8875}"/>
          </ac:spMkLst>
        </pc:spChg>
        <pc:spChg chg="add mod">
          <ac:chgData name="Yunlong Jia" userId="6b7af21b-5f2a-4116-95e0-5cdc728d2113" providerId="ADAL" clId="{685294D3-F7EC-C740-896C-17627AFAF14E}" dt="2024-10-16T09:46:18.763" v="2421" actId="20577"/>
          <ac:spMkLst>
            <pc:docMk/>
            <pc:sldMk cId="655448529" sldId="473"/>
            <ac:spMk id="4" creationId="{998C40DE-7441-6091-C013-0A3B63332988}"/>
          </ac:spMkLst>
        </pc:spChg>
        <pc:spChg chg="add mod">
          <ac:chgData name="Yunlong Jia" userId="6b7af21b-5f2a-4116-95e0-5cdc728d2113" providerId="ADAL" clId="{685294D3-F7EC-C740-896C-17627AFAF14E}" dt="2024-10-16T09:46:26.429" v="2422"/>
          <ac:spMkLst>
            <pc:docMk/>
            <pc:sldMk cId="655448529" sldId="473"/>
            <ac:spMk id="5" creationId="{CB24A6C4-8021-0BDC-3B25-AB3FE39800B9}"/>
          </ac:spMkLst>
        </pc:spChg>
        <pc:spChg chg="add mod">
          <ac:chgData name="Yunlong Jia" userId="6b7af21b-5f2a-4116-95e0-5cdc728d2113" providerId="ADAL" clId="{685294D3-F7EC-C740-896C-17627AFAF14E}" dt="2024-10-16T09:49:15.370" v="2483" actId="14100"/>
          <ac:spMkLst>
            <pc:docMk/>
            <pc:sldMk cId="655448529" sldId="473"/>
            <ac:spMk id="8" creationId="{320202B4-B520-DA12-FBCD-D5F942A7DC51}"/>
          </ac:spMkLst>
        </pc:spChg>
        <pc:spChg chg="add del mod">
          <ac:chgData name="Yunlong Jia" userId="6b7af21b-5f2a-4116-95e0-5cdc728d2113" providerId="ADAL" clId="{685294D3-F7EC-C740-896C-17627AFAF14E}" dt="2024-10-16T19:08:25.839" v="3459" actId="478"/>
          <ac:spMkLst>
            <pc:docMk/>
            <pc:sldMk cId="655448529" sldId="473"/>
            <ac:spMk id="11" creationId="{0B4516D7-008A-3A36-6F48-7B9ECC17B6AA}"/>
          </ac:spMkLst>
        </pc:spChg>
        <pc:spChg chg="add mod">
          <ac:chgData name="Yunlong Jia" userId="6b7af21b-5f2a-4116-95e0-5cdc728d2113" providerId="ADAL" clId="{685294D3-F7EC-C740-896C-17627AFAF14E}" dt="2024-10-16T09:57:01.296" v="2519" actId="1038"/>
          <ac:spMkLst>
            <pc:docMk/>
            <pc:sldMk cId="655448529" sldId="473"/>
            <ac:spMk id="14" creationId="{9C69C130-7978-2046-B3D7-FFD5B0D2F833}"/>
          </ac:spMkLst>
        </pc:spChg>
        <pc:spChg chg="add mod">
          <ac:chgData name="Yunlong Jia" userId="6b7af21b-5f2a-4116-95e0-5cdc728d2113" providerId="ADAL" clId="{685294D3-F7EC-C740-896C-17627AFAF14E}" dt="2024-10-16T09:56:50.665" v="2516" actId="1037"/>
          <ac:spMkLst>
            <pc:docMk/>
            <pc:sldMk cId="655448529" sldId="473"/>
            <ac:spMk id="15" creationId="{64131ED3-FCD1-9F12-BEEB-C32B5CED1B0B}"/>
          </ac:spMkLst>
        </pc:spChg>
        <pc:spChg chg="add mod">
          <ac:chgData name="Yunlong Jia" userId="6b7af21b-5f2a-4116-95e0-5cdc728d2113" providerId="ADAL" clId="{685294D3-F7EC-C740-896C-17627AFAF14E}" dt="2024-10-16T09:57:49.448" v="2527" actId="1036"/>
          <ac:spMkLst>
            <pc:docMk/>
            <pc:sldMk cId="655448529" sldId="473"/>
            <ac:spMk id="16" creationId="{3091F09A-CEB1-0658-C836-7E19BD103683}"/>
          </ac:spMkLst>
        </pc:spChg>
        <pc:spChg chg="add mod">
          <ac:chgData name="Yunlong Jia" userId="6b7af21b-5f2a-4116-95e0-5cdc728d2113" providerId="ADAL" clId="{685294D3-F7EC-C740-896C-17627AFAF14E}" dt="2024-10-16T09:57:42.656" v="2523" actId="1076"/>
          <ac:spMkLst>
            <pc:docMk/>
            <pc:sldMk cId="655448529" sldId="473"/>
            <ac:spMk id="17" creationId="{13D01CB4-879F-53E3-7AB5-D96951E64F0C}"/>
          </ac:spMkLst>
        </pc:spChg>
        <pc:spChg chg="add del mod">
          <ac:chgData name="Yunlong Jia" userId="6b7af21b-5f2a-4116-95e0-5cdc728d2113" providerId="ADAL" clId="{685294D3-F7EC-C740-896C-17627AFAF14E}" dt="2024-10-16T09:56:40.975" v="2508"/>
          <ac:spMkLst>
            <pc:docMk/>
            <pc:sldMk cId="655448529" sldId="473"/>
            <ac:spMk id="18" creationId="{BF8A943F-A66B-C781-75D8-099C0BDED4A4}"/>
          </ac:spMkLst>
        </pc:spChg>
        <pc:spChg chg="add del mod">
          <ac:chgData name="Yunlong Jia" userId="6b7af21b-5f2a-4116-95e0-5cdc728d2113" providerId="ADAL" clId="{685294D3-F7EC-C740-896C-17627AFAF14E}" dt="2024-10-16T09:57:55.973" v="2528" actId="478"/>
          <ac:spMkLst>
            <pc:docMk/>
            <pc:sldMk cId="655448529" sldId="473"/>
            <ac:spMk id="19" creationId="{24BB64BC-BFA6-B222-8E61-1293375D3F19}"/>
          </ac:spMkLst>
        </pc:spChg>
        <pc:spChg chg="add mod">
          <ac:chgData name="Yunlong Jia" userId="6b7af21b-5f2a-4116-95e0-5cdc728d2113" providerId="ADAL" clId="{685294D3-F7EC-C740-896C-17627AFAF14E}" dt="2024-10-16T09:57:37.171" v="2522" actId="1076"/>
          <ac:spMkLst>
            <pc:docMk/>
            <pc:sldMk cId="655448529" sldId="473"/>
            <ac:spMk id="20" creationId="{776CB0BE-3222-BB49-38B0-F4C6ABE63FF7}"/>
          </ac:spMkLst>
        </pc:spChg>
        <pc:picChg chg="add mod">
          <ac:chgData name="Yunlong Jia" userId="6b7af21b-5f2a-4116-95e0-5cdc728d2113" providerId="ADAL" clId="{685294D3-F7EC-C740-896C-17627AFAF14E}" dt="2024-10-16T09:49:07.380" v="2482" actId="1037"/>
          <ac:picMkLst>
            <pc:docMk/>
            <pc:sldMk cId="655448529" sldId="473"/>
            <ac:picMk id="6" creationId="{527938C0-74AE-F6D7-0743-556DD81C5BB5}"/>
          </ac:picMkLst>
        </pc:picChg>
        <pc:picChg chg="add mod">
          <ac:chgData name="Yunlong Jia" userId="6b7af21b-5f2a-4116-95e0-5cdc728d2113" providerId="ADAL" clId="{685294D3-F7EC-C740-896C-17627AFAF14E}" dt="2024-10-16T09:49:07.380" v="2482" actId="1037"/>
          <ac:picMkLst>
            <pc:docMk/>
            <pc:sldMk cId="655448529" sldId="473"/>
            <ac:picMk id="9" creationId="{20F48E14-9875-BBE1-2619-5655918F49A8}"/>
          </ac:picMkLst>
        </pc:picChg>
        <pc:picChg chg="add del mod">
          <ac:chgData name="Yunlong Jia" userId="6b7af21b-5f2a-4116-95e0-5cdc728d2113" providerId="ADAL" clId="{685294D3-F7EC-C740-896C-17627AFAF14E}" dt="2024-10-16T09:55:33.480" v="2494" actId="478"/>
          <ac:picMkLst>
            <pc:docMk/>
            <pc:sldMk cId="655448529" sldId="473"/>
            <ac:picMk id="12" creationId="{C85807B1-D1D9-4886-2E23-7F3CC3512C11}"/>
          </ac:picMkLst>
        </pc:picChg>
        <pc:picChg chg="add del mod">
          <ac:chgData name="Yunlong Jia" userId="6b7af21b-5f2a-4116-95e0-5cdc728d2113" providerId="ADAL" clId="{685294D3-F7EC-C740-896C-17627AFAF14E}" dt="2024-10-16T19:08:24.721" v="3458" actId="478"/>
          <ac:picMkLst>
            <pc:docMk/>
            <pc:sldMk cId="655448529" sldId="473"/>
            <ac:picMk id="13" creationId="{8C002F89-23E4-28A4-0A7B-3E16D8FEDAF6}"/>
          </ac:picMkLst>
        </pc:picChg>
      </pc:sldChg>
      <pc:sldChg chg="addSp delSp modSp new del mod">
        <pc:chgData name="Yunlong Jia" userId="6b7af21b-5f2a-4116-95e0-5cdc728d2113" providerId="ADAL" clId="{685294D3-F7EC-C740-896C-17627AFAF14E}" dt="2024-10-16T19:11:58.175" v="3534" actId="2696"/>
        <pc:sldMkLst>
          <pc:docMk/>
          <pc:sldMk cId="1872214564" sldId="474"/>
        </pc:sldMkLst>
        <pc:spChg chg="add del mod">
          <ac:chgData name="Yunlong Jia" userId="6b7af21b-5f2a-4116-95e0-5cdc728d2113" providerId="ADAL" clId="{685294D3-F7EC-C740-896C-17627AFAF14E}" dt="2024-10-16T19:10:52.920" v="3508" actId="21"/>
          <ac:spMkLst>
            <pc:docMk/>
            <pc:sldMk cId="1872214564" sldId="474"/>
            <ac:spMk id="3" creationId="{D46FCE41-8231-A21C-C426-0C321215FDBE}"/>
          </ac:spMkLst>
        </pc:spChg>
        <pc:spChg chg="add del mod">
          <ac:chgData name="Yunlong Jia" userId="6b7af21b-5f2a-4116-95e0-5cdc728d2113" providerId="ADAL" clId="{685294D3-F7EC-C740-896C-17627AFAF14E}" dt="2024-10-16T19:10:52.920" v="3508" actId="21"/>
          <ac:spMkLst>
            <pc:docMk/>
            <pc:sldMk cId="1872214564" sldId="474"/>
            <ac:spMk id="6" creationId="{A29164EC-BB80-AE39-2657-36F6039E31AD}"/>
          </ac:spMkLst>
        </pc:spChg>
        <pc:spChg chg="add del mod">
          <ac:chgData name="Yunlong Jia" userId="6b7af21b-5f2a-4116-95e0-5cdc728d2113" providerId="ADAL" clId="{685294D3-F7EC-C740-896C-17627AFAF14E}" dt="2024-10-16T19:10:52.920" v="3508" actId="21"/>
          <ac:spMkLst>
            <pc:docMk/>
            <pc:sldMk cId="1872214564" sldId="474"/>
            <ac:spMk id="8" creationId="{749CEB3A-39DF-9386-F48C-12D7B40C1FBB}"/>
          </ac:spMkLst>
        </pc:spChg>
        <pc:spChg chg="add del mod">
          <ac:chgData name="Yunlong Jia" userId="6b7af21b-5f2a-4116-95e0-5cdc728d2113" providerId="ADAL" clId="{685294D3-F7EC-C740-896C-17627AFAF14E}" dt="2024-10-16T19:09:54.023" v="3489" actId="21"/>
          <ac:spMkLst>
            <pc:docMk/>
            <pc:sldMk cId="1872214564" sldId="474"/>
            <ac:spMk id="12" creationId="{3E04307D-0496-C161-8EE0-847ADEB29251}"/>
          </ac:spMkLst>
        </pc:spChg>
        <pc:spChg chg="add del mod">
          <ac:chgData name="Yunlong Jia" userId="6b7af21b-5f2a-4116-95e0-5cdc728d2113" providerId="ADAL" clId="{685294D3-F7EC-C740-896C-17627AFAF14E}" dt="2024-10-16T19:10:52.920" v="3508" actId="21"/>
          <ac:spMkLst>
            <pc:docMk/>
            <pc:sldMk cId="1872214564" sldId="474"/>
            <ac:spMk id="13" creationId="{EE712058-7553-6560-1248-1890AB00ADE2}"/>
          </ac:spMkLst>
        </pc:spChg>
        <pc:spChg chg="add mod">
          <ac:chgData name="Yunlong Jia" userId="6b7af21b-5f2a-4116-95e0-5cdc728d2113" providerId="ADAL" clId="{685294D3-F7EC-C740-896C-17627AFAF14E}" dt="2024-10-16T19:10:47.986" v="3507" actId="164"/>
          <ac:spMkLst>
            <pc:docMk/>
            <pc:sldMk cId="1872214564" sldId="474"/>
            <ac:spMk id="14" creationId="{E992FA5A-5DDA-0716-371D-BC598FF551EC}"/>
          </ac:spMkLst>
        </pc:spChg>
        <pc:spChg chg="add mod">
          <ac:chgData name="Yunlong Jia" userId="6b7af21b-5f2a-4116-95e0-5cdc728d2113" providerId="ADAL" clId="{685294D3-F7EC-C740-896C-17627AFAF14E}" dt="2024-10-16T19:10:47.986" v="3507" actId="164"/>
          <ac:spMkLst>
            <pc:docMk/>
            <pc:sldMk cId="1872214564" sldId="474"/>
            <ac:spMk id="15" creationId="{1E71C151-5DD3-888D-A6F4-2DFCCA87C701}"/>
          </ac:spMkLst>
        </pc:spChg>
        <pc:spChg chg="add mod">
          <ac:chgData name="Yunlong Jia" userId="6b7af21b-5f2a-4116-95e0-5cdc728d2113" providerId="ADAL" clId="{685294D3-F7EC-C740-896C-17627AFAF14E}" dt="2024-10-16T19:10:47.986" v="3507" actId="164"/>
          <ac:spMkLst>
            <pc:docMk/>
            <pc:sldMk cId="1872214564" sldId="474"/>
            <ac:spMk id="16" creationId="{85EB74E4-F5E6-D8E9-305C-3F05011EFB06}"/>
          </ac:spMkLst>
        </pc:spChg>
        <pc:spChg chg="add mod">
          <ac:chgData name="Yunlong Jia" userId="6b7af21b-5f2a-4116-95e0-5cdc728d2113" providerId="ADAL" clId="{685294D3-F7EC-C740-896C-17627AFAF14E}" dt="2024-10-16T19:10:47.986" v="3507" actId="164"/>
          <ac:spMkLst>
            <pc:docMk/>
            <pc:sldMk cId="1872214564" sldId="474"/>
            <ac:spMk id="17" creationId="{B372FFCD-31DE-AAA3-CBCE-DB8108AAB692}"/>
          </ac:spMkLst>
        </pc:spChg>
        <pc:spChg chg="add mod">
          <ac:chgData name="Yunlong Jia" userId="6b7af21b-5f2a-4116-95e0-5cdc728d2113" providerId="ADAL" clId="{685294D3-F7EC-C740-896C-17627AFAF14E}" dt="2024-10-16T19:10:47.986" v="3507" actId="164"/>
          <ac:spMkLst>
            <pc:docMk/>
            <pc:sldMk cId="1872214564" sldId="474"/>
            <ac:spMk id="18" creationId="{D1A3CA9A-C037-8F1C-6DD2-51198FC85184}"/>
          </ac:spMkLst>
        </pc:spChg>
        <pc:spChg chg="add mod">
          <ac:chgData name="Yunlong Jia" userId="6b7af21b-5f2a-4116-95e0-5cdc728d2113" providerId="ADAL" clId="{685294D3-F7EC-C740-896C-17627AFAF14E}" dt="2024-10-16T19:10:47.986" v="3507" actId="164"/>
          <ac:spMkLst>
            <pc:docMk/>
            <pc:sldMk cId="1872214564" sldId="474"/>
            <ac:spMk id="19" creationId="{D04DCE9B-0824-71F1-EDD8-5DE73F358B58}"/>
          </ac:spMkLst>
        </pc:spChg>
        <pc:spChg chg="add mod">
          <ac:chgData name="Yunlong Jia" userId="6b7af21b-5f2a-4116-95e0-5cdc728d2113" providerId="ADAL" clId="{685294D3-F7EC-C740-896C-17627AFAF14E}" dt="2024-10-16T19:10:47.986" v="3507" actId="164"/>
          <ac:spMkLst>
            <pc:docMk/>
            <pc:sldMk cId="1872214564" sldId="474"/>
            <ac:spMk id="20" creationId="{5D42F694-3B1B-9147-6438-8AF1BCE90D1F}"/>
          </ac:spMkLst>
        </pc:spChg>
        <pc:grpChg chg="add del mod">
          <ac:chgData name="Yunlong Jia" userId="6b7af21b-5f2a-4116-95e0-5cdc728d2113" providerId="ADAL" clId="{685294D3-F7EC-C740-896C-17627AFAF14E}" dt="2024-10-16T19:10:52.920" v="3508" actId="21"/>
          <ac:grpSpMkLst>
            <pc:docMk/>
            <pc:sldMk cId="1872214564" sldId="474"/>
            <ac:grpSpMk id="2" creationId="{3EEF5C55-9000-874B-4E5D-AA85EFD0CA00}"/>
          </ac:grpSpMkLst>
        </pc:grpChg>
        <pc:picChg chg="add mod">
          <ac:chgData name="Yunlong Jia" userId="6b7af21b-5f2a-4116-95e0-5cdc728d2113" providerId="ADAL" clId="{685294D3-F7EC-C740-896C-17627AFAF14E}" dt="2024-10-16T19:10:47.986" v="3507" actId="164"/>
          <ac:picMkLst>
            <pc:docMk/>
            <pc:sldMk cId="1872214564" sldId="474"/>
            <ac:picMk id="4" creationId="{C44E7CFB-3059-68FD-8256-8F232E6B917F}"/>
          </ac:picMkLst>
        </pc:picChg>
        <pc:picChg chg="add del mod">
          <ac:chgData name="Yunlong Jia" userId="6b7af21b-5f2a-4116-95e0-5cdc728d2113" providerId="ADAL" clId="{685294D3-F7EC-C740-896C-17627AFAF14E}" dt="2024-10-16T19:10:52.920" v="3508" actId="21"/>
          <ac:picMkLst>
            <pc:docMk/>
            <pc:sldMk cId="1872214564" sldId="474"/>
            <ac:picMk id="7" creationId="{BD884B81-3087-62AA-46F6-44019894792C}"/>
          </ac:picMkLst>
        </pc:picChg>
        <pc:picChg chg="add del mod">
          <ac:chgData name="Yunlong Jia" userId="6b7af21b-5f2a-4116-95e0-5cdc728d2113" providerId="ADAL" clId="{685294D3-F7EC-C740-896C-17627AFAF14E}" dt="2024-10-16T10:14:17.509" v="2605" actId="478"/>
          <ac:picMkLst>
            <pc:docMk/>
            <pc:sldMk cId="1872214564" sldId="474"/>
            <ac:picMk id="9" creationId="{0AA974F8-C63C-8BD1-D209-0E5217B52D4C}"/>
          </ac:picMkLst>
        </pc:picChg>
        <pc:picChg chg="add del mod">
          <ac:chgData name="Yunlong Jia" userId="6b7af21b-5f2a-4116-95e0-5cdc728d2113" providerId="ADAL" clId="{685294D3-F7EC-C740-896C-17627AFAF14E}" dt="2024-10-16T19:09:54.023" v="3489" actId="21"/>
          <ac:picMkLst>
            <pc:docMk/>
            <pc:sldMk cId="1872214564" sldId="474"/>
            <ac:picMk id="10" creationId="{34AE205F-8234-D16A-6D83-B66161E7B7CF}"/>
          </ac:picMkLst>
        </pc:picChg>
      </pc:sldChg>
      <pc:sldChg chg="addSp delSp modSp new mod modNotesTx">
        <pc:chgData name="Yunlong Jia" userId="6b7af21b-5f2a-4116-95e0-5cdc728d2113" providerId="ADAL" clId="{685294D3-F7EC-C740-896C-17627AFAF14E}" dt="2024-10-16T19:29:00.684" v="3592" actId="207"/>
        <pc:sldMkLst>
          <pc:docMk/>
          <pc:sldMk cId="427537799" sldId="475"/>
        </pc:sldMkLst>
        <pc:spChg chg="add mod">
          <ac:chgData name="Yunlong Jia" userId="6b7af21b-5f2a-4116-95e0-5cdc728d2113" providerId="ADAL" clId="{685294D3-F7EC-C740-896C-17627AFAF14E}" dt="2024-10-16T19:29:00.684" v="3592" actId="207"/>
          <ac:spMkLst>
            <pc:docMk/>
            <pc:sldMk cId="427537799" sldId="475"/>
            <ac:spMk id="3" creationId="{62F33801-E739-2279-BD96-47969F0F960E}"/>
          </ac:spMkLst>
        </pc:spChg>
        <pc:spChg chg="add mod">
          <ac:chgData name="Yunlong Jia" userId="6b7af21b-5f2a-4116-95e0-5cdc728d2113" providerId="ADAL" clId="{685294D3-F7EC-C740-896C-17627AFAF14E}" dt="2024-10-16T17:28:02.714" v="3245" actId="166"/>
          <ac:spMkLst>
            <pc:docMk/>
            <pc:sldMk cId="427537799" sldId="475"/>
            <ac:spMk id="4" creationId="{CC48E6F4-5DF9-4CCD-7532-626FD0DB3D39}"/>
          </ac:spMkLst>
        </pc:spChg>
        <pc:spChg chg="add mod">
          <ac:chgData name="Yunlong Jia" userId="6b7af21b-5f2a-4116-95e0-5cdc728d2113" providerId="ADAL" clId="{685294D3-F7EC-C740-896C-17627AFAF14E}" dt="2024-10-16T16:44:51.219" v="2684"/>
          <ac:spMkLst>
            <pc:docMk/>
            <pc:sldMk cId="427537799" sldId="475"/>
            <ac:spMk id="5" creationId="{BC2EE7E2-5277-989C-9639-78EE12DF3EE5}"/>
          </ac:spMkLst>
        </pc:spChg>
        <pc:spChg chg="add mod topLvl">
          <ac:chgData name="Yunlong Jia" userId="6b7af21b-5f2a-4116-95e0-5cdc728d2113" providerId="ADAL" clId="{685294D3-F7EC-C740-896C-17627AFAF14E}" dt="2024-10-16T17:11:35.013" v="3041" actId="164"/>
          <ac:spMkLst>
            <pc:docMk/>
            <pc:sldMk cId="427537799" sldId="475"/>
            <ac:spMk id="8" creationId="{5DC45770-7CDD-930A-BFE8-36CAA6E852AD}"/>
          </ac:spMkLst>
        </pc:spChg>
        <pc:spChg chg="add mod topLvl">
          <ac:chgData name="Yunlong Jia" userId="6b7af21b-5f2a-4116-95e0-5cdc728d2113" providerId="ADAL" clId="{685294D3-F7EC-C740-896C-17627AFAF14E}" dt="2024-10-16T18:21:31.058" v="3330" actId="165"/>
          <ac:spMkLst>
            <pc:docMk/>
            <pc:sldMk cId="427537799" sldId="475"/>
            <ac:spMk id="65" creationId="{B5C4E631-E678-BB68-30A6-0E51CAF0ECF3}"/>
          </ac:spMkLst>
        </pc:spChg>
        <pc:spChg chg="add mod topLvl">
          <ac:chgData name="Yunlong Jia" userId="6b7af21b-5f2a-4116-95e0-5cdc728d2113" providerId="ADAL" clId="{685294D3-F7EC-C740-896C-17627AFAF14E}" dt="2024-10-16T18:21:31.058" v="3330" actId="165"/>
          <ac:spMkLst>
            <pc:docMk/>
            <pc:sldMk cId="427537799" sldId="475"/>
            <ac:spMk id="66" creationId="{C0016148-4C37-BACD-93FF-0AFAAC3C65D4}"/>
          </ac:spMkLst>
        </pc:spChg>
        <pc:spChg chg="add del mod">
          <ac:chgData name="Yunlong Jia" userId="6b7af21b-5f2a-4116-95e0-5cdc728d2113" providerId="ADAL" clId="{685294D3-F7EC-C740-896C-17627AFAF14E}" dt="2024-10-16T17:05:55.013" v="2912"/>
          <ac:spMkLst>
            <pc:docMk/>
            <pc:sldMk cId="427537799" sldId="475"/>
            <ac:spMk id="69" creationId="{33A4E0CF-4588-FA8A-1477-FC4C10D42063}"/>
          </ac:spMkLst>
        </pc:spChg>
        <pc:spChg chg="add del mod">
          <ac:chgData name="Yunlong Jia" userId="6b7af21b-5f2a-4116-95e0-5cdc728d2113" providerId="ADAL" clId="{685294D3-F7EC-C740-896C-17627AFAF14E}" dt="2024-10-16T17:06:11.859" v="2918"/>
          <ac:spMkLst>
            <pc:docMk/>
            <pc:sldMk cId="427537799" sldId="475"/>
            <ac:spMk id="72" creationId="{541EFD1B-842E-477A-3C7E-0849117CB412}"/>
          </ac:spMkLst>
        </pc:spChg>
        <pc:spChg chg="add del mod">
          <ac:chgData name="Yunlong Jia" userId="6b7af21b-5f2a-4116-95e0-5cdc728d2113" providerId="ADAL" clId="{685294D3-F7EC-C740-896C-17627AFAF14E}" dt="2024-10-16T17:06:55.863" v="2943"/>
          <ac:spMkLst>
            <pc:docMk/>
            <pc:sldMk cId="427537799" sldId="475"/>
            <ac:spMk id="77" creationId="{3C4CCED5-DF64-F5BB-F47C-879F6D78982F}"/>
          </ac:spMkLst>
        </pc:spChg>
        <pc:spChg chg="add del mod">
          <ac:chgData name="Yunlong Jia" userId="6b7af21b-5f2a-4116-95e0-5cdc728d2113" providerId="ADAL" clId="{685294D3-F7EC-C740-896C-17627AFAF14E}" dt="2024-10-16T17:07:35.673" v="2955"/>
          <ac:spMkLst>
            <pc:docMk/>
            <pc:sldMk cId="427537799" sldId="475"/>
            <ac:spMk id="83" creationId="{3BD152AD-79CA-6374-EB4E-764F5126833B}"/>
          </ac:spMkLst>
        </pc:spChg>
        <pc:spChg chg="add del mod">
          <ac:chgData name="Yunlong Jia" userId="6b7af21b-5f2a-4116-95e0-5cdc728d2113" providerId="ADAL" clId="{685294D3-F7EC-C740-896C-17627AFAF14E}" dt="2024-10-16T17:08:07.060" v="2968"/>
          <ac:spMkLst>
            <pc:docMk/>
            <pc:sldMk cId="427537799" sldId="475"/>
            <ac:spMk id="89" creationId="{F5469F2D-41B2-96FE-E556-D2CF2F823C1B}"/>
          </ac:spMkLst>
        </pc:spChg>
        <pc:spChg chg="add mod">
          <ac:chgData name="Yunlong Jia" userId="6b7af21b-5f2a-4116-95e0-5cdc728d2113" providerId="ADAL" clId="{685294D3-F7EC-C740-896C-17627AFAF14E}" dt="2024-10-16T17:11:35.013" v="3041" actId="164"/>
          <ac:spMkLst>
            <pc:docMk/>
            <pc:sldMk cId="427537799" sldId="475"/>
            <ac:spMk id="96" creationId="{4F9620DE-01E2-1292-AFB8-6B08DDDCBD34}"/>
          </ac:spMkLst>
        </pc:spChg>
        <pc:spChg chg="add del">
          <ac:chgData name="Yunlong Jia" userId="6b7af21b-5f2a-4116-95e0-5cdc728d2113" providerId="ADAL" clId="{685294D3-F7EC-C740-896C-17627AFAF14E}" dt="2024-10-16T17:14:24.521" v="3094" actId="478"/>
          <ac:spMkLst>
            <pc:docMk/>
            <pc:sldMk cId="427537799" sldId="475"/>
            <ac:spMk id="98" creationId="{74E5454D-4E7B-39E2-C09E-539AB4B1FD0B}"/>
          </ac:spMkLst>
        </pc:spChg>
        <pc:spChg chg="add mod topLvl">
          <ac:chgData name="Yunlong Jia" userId="6b7af21b-5f2a-4116-95e0-5cdc728d2113" providerId="ADAL" clId="{685294D3-F7EC-C740-896C-17627AFAF14E}" dt="2024-10-16T19:28:08.404" v="3585" actId="1076"/>
          <ac:spMkLst>
            <pc:docMk/>
            <pc:sldMk cId="427537799" sldId="475"/>
            <ac:spMk id="100" creationId="{589F0A55-141B-325C-28D7-2C9298409102}"/>
          </ac:spMkLst>
        </pc:spChg>
        <pc:spChg chg="add del mod topLvl">
          <ac:chgData name="Yunlong Jia" userId="6b7af21b-5f2a-4116-95e0-5cdc728d2113" providerId="ADAL" clId="{685294D3-F7EC-C740-896C-17627AFAF14E}" dt="2024-10-16T18:21:34.452" v="3332" actId="478"/>
          <ac:spMkLst>
            <pc:docMk/>
            <pc:sldMk cId="427537799" sldId="475"/>
            <ac:spMk id="101" creationId="{8FB90DB9-DD63-8258-C5FC-000FE00C3A12}"/>
          </ac:spMkLst>
        </pc:spChg>
        <pc:spChg chg="add mod">
          <ac:chgData name="Yunlong Jia" userId="6b7af21b-5f2a-4116-95e0-5cdc728d2113" providerId="ADAL" clId="{685294D3-F7EC-C740-896C-17627AFAF14E}" dt="2024-10-16T19:28:42.777" v="3589" actId="207"/>
          <ac:spMkLst>
            <pc:docMk/>
            <pc:sldMk cId="427537799" sldId="475"/>
            <ac:spMk id="103" creationId="{C1F9FFFB-1FBB-42A3-167A-9BF1B44FAFAE}"/>
          </ac:spMkLst>
        </pc:spChg>
        <pc:spChg chg="add mod">
          <ac:chgData name="Yunlong Jia" userId="6b7af21b-5f2a-4116-95e0-5cdc728d2113" providerId="ADAL" clId="{685294D3-F7EC-C740-896C-17627AFAF14E}" dt="2024-10-16T17:23:10.332" v="3211" actId="1076"/>
          <ac:spMkLst>
            <pc:docMk/>
            <pc:sldMk cId="427537799" sldId="475"/>
            <ac:spMk id="104" creationId="{6C68B3C4-1384-41C5-7884-D3E27AF823D9}"/>
          </ac:spMkLst>
        </pc:spChg>
        <pc:grpChg chg="add del mod">
          <ac:chgData name="Yunlong Jia" userId="6b7af21b-5f2a-4116-95e0-5cdc728d2113" providerId="ADAL" clId="{685294D3-F7EC-C740-896C-17627AFAF14E}" dt="2024-10-16T17:10:29.585" v="3025" actId="478"/>
          <ac:grpSpMkLst>
            <pc:docMk/>
            <pc:sldMk cId="427537799" sldId="475"/>
            <ac:grpSpMk id="9" creationId="{3F85F3A3-C8B1-6DD1-4FD6-D340AF9F5355}"/>
          </ac:grpSpMkLst>
        </pc:grpChg>
        <pc:grpChg chg="add del mod">
          <ac:chgData name="Yunlong Jia" userId="6b7af21b-5f2a-4116-95e0-5cdc728d2113" providerId="ADAL" clId="{685294D3-F7EC-C740-896C-17627AFAF14E}" dt="2024-10-16T16:59:18.668" v="2841" actId="165"/>
          <ac:grpSpMkLst>
            <pc:docMk/>
            <pc:sldMk cId="427537799" sldId="475"/>
            <ac:grpSpMk id="41" creationId="{AC5D15C6-C5AB-E25E-0712-4E8579E2099D}"/>
          </ac:grpSpMkLst>
        </pc:grpChg>
        <pc:grpChg chg="add mod">
          <ac:chgData name="Yunlong Jia" userId="6b7af21b-5f2a-4116-95e0-5cdc728d2113" providerId="ADAL" clId="{685294D3-F7EC-C740-896C-17627AFAF14E}" dt="2024-10-16T18:22:48.941" v="3340" actId="1076"/>
          <ac:grpSpMkLst>
            <pc:docMk/>
            <pc:sldMk cId="427537799" sldId="475"/>
            <ac:grpSpMk id="99" creationId="{02D9F4AB-DDB7-0C73-A53A-418265045DC5}"/>
          </ac:grpSpMkLst>
        </pc:grpChg>
        <pc:grpChg chg="add del mod">
          <ac:chgData name="Yunlong Jia" userId="6b7af21b-5f2a-4116-95e0-5cdc728d2113" providerId="ADAL" clId="{685294D3-F7EC-C740-896C-17627AFAF14E}" dt="2024-10-16T18:21:31.058" v="3330" actId="165"/>
          <ac:grpSpMkLst>
            <pc:docMk/>
            <pc:sldMk cId="427537799" sldId="475"/>
            <ac:grpSpMk id="105" creationId="{87E18C19-59AC-81AC-A1BE-99649B268EE7}"/>
          </ac:grpSpMkLst>
        </pc:grpChg>
        <pc:picChg chg="add mod topLvl">
          <ac:chgData name="Yunlong Jia" userId="6b7af21b-5f2a-4116-95e0-5cdc728d2113" providerId="ADAL" clId="{685294D3-F7EC-C740-896C-17627AFAF14E}" dt="2024-10-16T18:21:31.058" v="3330" actId="165"/>
          <ac:picMkLst>
            <pc:docMk/>
            <pc:sldMk cId="427537799" sldId="475"/>
            <ac:picMk id="2" creationId="{455E9C97-A189-6CE0-03A2-82105EC37838}"/>
          </ac:picMkLst>
        </pc:picChg>
        <pc:picChg chg="add del mod">
          <ac:chgData name="Yunlong Jia" userId="6b7af21b-5f2a-4116-95e0-5cdc728d2113" providerId="ADAL" clId="{685294D3-F7EC-C740-896C-17627AFAF14E}" dt="2024-10-16T19:28:03.620" v="3584" actId="478"/>
          <ac:picMkLst>
            <pc:docMk/>
            <pc:sldMk cId="427537799" sldId="475"/>
            <ac:picMk id="6" creationId="{3D062868-EA6D-E079-49BB-EFEF9311FC11}"/>
          </ac:picMkLst>
        </pc:picChg>
        <pc:picChg chg="add del mod topLvl">
          <ac:chgData name="Yunlong Jia" userId="6b7af21b-5f2a-4116-95e0-5cdc728d2113" providerId="ADAL" clId="{685294D3-F7EC-C740-896C-17627AFAF14E}" dt="2024-10-16T17:10:29.585" v="3025" actId="478"/>
          <ac:picMkLst>
            <pc:docMk/>
            <pc:sldMk cId="427537799" sldId="475"/>
            <ac:picMk id="6" creationId="{D87B981D-94E4-C876-EE7F-C1DD954B641E}"/>
          </ac:picMkLst>
        </pc:picChg>
        <pc:picChg chg="add del mod">
          <ac:chgData name="Yunlong Jia" userId="6b7af21b-5f2a-4116-95e0-5cdc728d2113" providerId="ADAL" clId="{685294D3-F7EC-C740-896C-17627AFAF14E}" dt="2024-10-16T16:57:46.524" v="2826" actId="478"/>
          <ac:picMkLst>
            <pc:docMk/>
            <pc:sldMk cId="427537799" sldId="475"/>
            <ac:picMk id="10" creationId="{4D54C159-60C5-BECE-E721-5329ED6FB738}"/>
          </ac:picMkLst>
        </pc:picChg>
        <pc:picChg chg="add del mod">
          <ac:chgData name="Yunlong Jia" userId="6b7af21b-5f2a-4116-95e0-5cdc728d2113" providerId="ADAL" clId="{685294D3-F7EC-C740-896C-17627AFAF14E}" dt="2024-10-16T17:04:42.860" v="2887" actId="478"/>
          <ac:picMkLst>
            <pc:docMk/>
            <pc:sldMk cId="427537799" sldId="475"/>
            <ac:picMk id="40" creationId="{A3A7115D-8E19-505B-559E-355A86E7B00D}"/>
          </ac:picMkLst>
        </pc:picChg>
        <pc:picChg chg="add del mod">
          <ac:chgData name="Yunlong Jia" userId="6b7af21b-5f2a-4116-95e0-5cdc728d2113" providerId="ADAL" clId="{685294D3-F7EC-C740-896C-17627AFAF14E}" dt="2024-10-16T17:08:48.114" v="2969" actId="478"/>
          <ac:picMkLst>
            <pc:docMk/>
            <pc:sldMk cId="427537799" sldId="475"/>
            <ac:picMk id="67" creationId="{CE9439C7-B155-1C35-AB45-2A72E500DAF2}"/>
          </ac:picMkLst>
        </pc:picChg>
        <pc:cxnChg chg="add mod topLvl">
          <ac:chgData name="Yunlong Jia" userId="6b7af21b-5f2a-4116-95e0-5cdc728d2113" providerId="ADAL" clId="{685294D3-F7EC-C740-896C-17627AFAF14E}" dt="2024-10-16T19:21:13.753" v="3569" actId="208"/>
          <ac:cxnSpMkLst>
            <pc:docMk/>
            <pc:sldMk cId="427537799" sldId="475"/>
            <ac:cxnSpMk id="12" creationId="{4471B126-1B5B-944D-B6CE-217A9A798CFA}"/>
          </ac:cxnSpMkLst>
        </pc:cxnChg>
        <pc:cxnChg chg="add mod topLvl">
          <ac:chgData name="Yunlong Jia" userId="6b7af21b-5f2a-4116-95e0-5cdc728d2113" providerId="ADAL" clId="{685294D3-F7EC-C740-896C-17627AFAF14E}" dt="2024-10-16T19:21:35.929" v="3570" actId="208"/>
          <ac:cxnSpMkLst>
            <pc:docMk/>
            <pc:sldMk cId="427537799" sldId="475"/>
            <ac:cxnSpMk id="14" creationId="{AEAFA1E2-00DB-31F8-9829-B80647289F1E}"/>
          </ac:cxnSpMkLst>
        </pc:cxnChg>
        <pc:cxnChg chg="add mod topLvl">
          <ac:chgData name="Yunlong Jia" userId="6b7af21b-5f2a-4116-95e0-5cdc728d2113" providerId="ADAL" clId="{685294D3-F7EC-C740-896C-17627AFAF14E}" dt="2024-10-16T19:21:35.929" v="3570" actId="208"/>
          <ac:cxnSpMkLst>
            <pc:docMk/>
            <pc:sldMk cId="427537799" sldId="475"/>
            <ac:cxnSpMk id="17" creationId="{57A50BB1-A428-F0B2-4056-D15EA328ACB4}"/>
          </ac:cxnSpMkLst>
        </pc:cxnChg>
        <pc:cxnChg chg="add mod topLvl">
          <ac:chgData name="Yunlong Jia" userId="6b7af21b-5f2a-4116-95e0-5cdc728d2113" providerId="ADAL" clId="{685294D3-F7EC-C740-896C-17627AFAF14E}" dt="2024-10-16T18:21:31.058" v="3330" actId="165"/>
          <ac:cxnSpMkLst>
            <pc:docMk/>
            <pc:sldMk cId="427537799" sldId="475"/>
            <ac:cxnSpMk id="19" creationId="{D429CB41-2316-5C05-C87F-4E48BBAFA38D}"/>
          </ac:cxnSpMkLst>
        </pc:cxnChg>
        <pc:cxnChg chg="add mod topLvl">
          <ac:chgData name="Yunlong Jia" userId="6b7af21b-5f2a-4116-95e0-5cdc728d2113" providerId="ADAL" clId="{685294D3-F7EC-C740-896C-17627AFAF14E}" dt="2024-10-16T18:21:31.058" v="3330" actId="165"/>
          <ac:cxnSpMkLst>
            <pc:docMk/>
            <pc:sldMk cId="427537799" sldId="475"/>
            <ac:cxnSpMk id="21" creationId="{389116B6-1FC0-7FFC-4EBE-C4719987DC5A}"/>
          </ac:cxnSpMkLst>
        </pc:cxnChg>
        <pc:cxnChg chg="add mod topLvl">
          <ac:chgData name="Yunlong Jia" userId="6b7af21b-5f2a-4116-95e0-5cdc728d2113" providerId="ADAL" clId="{685294D3-F7EC-C740-896C-17627AFAF14E}" dt="2024-10-16T18:21:31.058" v="3330" actId="165"/>
          <ac:cxnSpMkLst>
            <pc:docMk/>
            <pc:sldMk cId="427537799" sldId="475"/>
            <ac:cxnSpMk id="23" creationId="{4EA4DE68-09FF-DC49-B0E1-54C660D29906}"/>
          </ac:cxnSpMkLst>
        </pc:cxnChg>
        <pc:cxnChg chg="add mod topLvl">
          <ac:chgData name="Yunlong Jia" userId="6b7af21b-5f2a-4116-95e0-5cdc728d2113" providerId="ADAL" clId="{685294D3-F7EC-C740-896C-17627AFAF14E}" dt="2024-10-16T18:21:31.058" v="3330" actId="165"/>
          <ac:cxnSpMkLst>
            <pc:docMk/>
            <pc:sldMk cId="427537799" sldId="475"/>
            <ac:cxnSpMk id="26" creationId="{44F44DB4-6530-4E22-1201-44EB712C401D}"/>
          </ac:cxnSpMkLst>
        </pc:cxnChg>
        <pc:cxnChg chg="add mod topLvl">
          <ac:chgData name="Yunlong Jia" userId="6b7af21b-5f2a-4116-95e0-5cdc728d2113" providerId="ADAL" clId="{685294D3-F7EC-C740-896C-17627AFAF14E}" dt="2024-10-16T19:24:18.693" v="3576" actId="208"/>
          <ac:cxnSpMkLst>
            <pc:docMk/>
            <pc:sldMk cId="427537799" sldId="475"/>
            <ac:cxnSpMk id="30" creationId="{E2CBB5BC-84C7-51C6-CFA5-339CC3DD2078}"/>
          </ac:cxnSpMkLst>
        </pc:cxnChg>
        <pc:cxnChg chg="add mod topLvl">
          <ac:chgData name="Yunlong Jia" userId="6b7af21b-5f2a-4116-95e0-5cdc728d2113" providerId="ADAL" clId="{685294D3-F7EC-C740-896C-17627AFAF14E}" dt="2024-10-16T18:21:31.058" v="3330" actId="165"/>
          <ac:cxnSpMkLst>
            <pc:docMk/>
            <pc:sldMk cId="427537799" sldId="475"/>
            <ac:cxnSpMk id="32" creationId="{691ACD43-554C-ED2D-BB98-D9161EE923B1}"/>
          </ac:cxnSpMkLst>
        </pc:cxnChg>
        <pc:cxnChg chg="add mod topLvl">
          <ac:chgData name="Yunlong Jia" userId="6b7af21b-5f2a-4116-95e0-5cdc728d2113" providerId="ADAL" clId="{685294D3-F7EC-C740-896C-17627AFAF14E}" dt="2024-10-16T19:21:35.929" v="3570" actId="208"/>
          <ac:cxnSpMkLst>
            <pc:docMk/>
            <pc:sldMk cId="427537799" sldId="475"/>
            <ac:cxnSpMk id="35" creationId="{20608407-2F0F-E011-0B0A-14F92731F5B2}"/>
          </ac:cxnSpMkLst>
        </pc:cxnChg>
        <pc:cxnChg chg="add mod topLvl">
          <ac:chgData name="Yunlong Jia" userId="6b7af21b-5f2a-4116-95e0-5cdc728d2113" providerId="ADAL" clId="{685294D3-F7EC-C740-896C-17627AFAF14E}" dt="2024-10-16T19:24:25.625" v="3577" actId="208"/>
          <ac:cxnSpMkLst>
            <pc:docMk/>
            <pc:sldMk cId="427537799" sldId="475"/>
            <ac:cxnSpMk id="38" creationId="{775E944A-8123-24A8-584B-9884B78203F9}"/>
          </ac:cxnSpMkLst>
        </pc:cxnChg>
        <pc:cxnChg chg="add mod topLvl">
          <ac:chgData name="Yunlong Jia" userId="6b7af21b-5f2a-4116-95e0-5cdc728d2113" providerId="ADAL" clId="{685294D3-F7EC-C740-896C-17627AFAF14E}" dt="2024-10-16T18:21:31.058" v="3330" actId="165"/>
          <ac:cxnSpMkLst>
            <pc:docMk/>
            <pc:sldMk cId="427537799" sldId="475"/>
            <ac:cxnSpMk id="42" creationId="{F18E228D-106A-C6A6-6C46-3C9E97E0847E}"/>
          </ac:cxnSpMkLst>
        </pc:cxnChg>
        <pc:cxnChg chg="add mod topLvl">
          <ac:chgData name="Yunlong Jia" userId="6b7af21b-5f2a-4116-95e0-5cdc728d2113" providerId="ADAL" clId="{685294D3-F7EC-C740-896C-17627AFAF14E}" dt="2024-10-16T18:21:31.058" v="3330" actId="165"/>
          <ac:cxnSpMkLst>
            <pc:docMk/>
            <pc:sldMk cId="427537799" sldId="475"/>
            <ac:cxnSpMk id="43" creationId="{F7D32517-BACA-0FF0-6CD9-83F549F7EF21}"/>
          </ac:cxnSpMkLst>
        </pc:cxnChg>
        <pc:cxnChg chg="add mod topLvl">
          <ac:chgData name="Yunlong Jia" userId="6b7af21b-5f2a-4116-95e0-5cdc728d2113" providerId="ADAL" clId="{685294D3-F7EC-C740-896C-17627AFAF14E}" dt="2024-10-16T18:21:31.058" v="3330" actId="165"/>
          <ac:cxnSpMkLst>
            <pc:docMk/>
            <pc:sldMk cId="427537799" sldId="475"/>
            <ac:cxnSpMk id="51" creationId="{B37C0D18-4BF0-475D-4112-0D6CD94EB09E}"/>
          </ac:cxnSpMkLst>
        </pc:cxnChg>
        <pc:cxnChg chg="add mod topLvl">
          <ac:chgData name="Yunlong Jia" userId="6b7af21b-5f2a-4116-95e0-5cdc728d2113" providerId="ADAL" clId="{685294D3-F7EC-C740-896C-17627AFAF14E}" dt="2024-10-16T18:21:31.058" v="3330" actId="165"/>
          <ac:cxnSpMkLst>
            <pc:docMk/>
            <pc:sldMk cId="427537799" sldId="475"/>
            <ac:cxnSpMk id="53" creationId="{9629867F-4418-2DAA-FB9F-91C21518C418}"/>
          </ac:cxnSpMkLst>
        </pc:cxnChg>
        <pc:cxnChg chg="add del mod">
          <ac:chgData name="Yunlong Jia" userId="6b7af21b-5f2a-4116-95e0-5cdc728d2113" providerId="ADAL" clId="{685294D3-F7EC-C740-896C-17627AFAF14E}" dt="2024-10-16T17:03:39.080" v="2880" actId="478"/>
          <ac:cxnSpMkLst>
            <pc:docMk/>
            <pc:sldMk cId="427537799" sldId="475"/>
            <ac:cxnSpMk id="55" creationId="{F3C107E6-73E9-1B15-0120-57C30DBD71D1}"/>
          </ac:cxnSpMkLst>
        </pc:cxnChg>
        <pc:cxnChg chg="add del mod">
          <ac:chgData name="Yunlong Jia" userId="6b7af21b-5f2a-4116-95e0-5cdc728d2113" providerId="ADAL" clId="{685294D3-F7EC-C740-896C-17627AFAF14E}" dt="2024-10-16T17:03:44.574" v="2881" actId="478"/>
          <ac:cxnSpMkLst>
            <pc:docMk/>
            <pc:sldMk cId="427537799" sldId="475"/>
            <ac:cxnSpMk id="58" creationId="{5F7C1A1A-6F49-0AB5-5C4B-4D768C5BCE28}"/>
          </ac:cxnSpMkLst>
        </pc:cxnChg>
        <pc:cxnChg chg="add mod topLvl">
          <ac:chgData name="Yunlong Jia" userId="6b7af21b-5f2a-4116-95e0-5cdc728d2113" providerId="ADAL" clId="{685294D3-F7EC-C740-896C-17627AFAF14E}" dt="2024-10-16T18:21:31.058" v="3330" actId="165"/>
          <ac:cxnSpMkLst>
            <pc:docMk/>
            <pc:sldMk cId="427537799" sldId="475"/>
            <ac:cxnSpMk id="62" creationId="{06D2899C-E4E5-310E-E5C8-8E794F1C96B8}"/>
          </ac:cxnSpMkLst>
        </pc:cxnChg>
        <pc:cxnChg chg="add mod topLvl">
          <ac:chgData name="Yunlong Jia" userId="6b7af21b-5f2a-4116-95e0-5cdc728d2113" providerId="ADAL" clId="{685294D3-F7EC-C740-896C-17627AFAF14E}" dt="2024-10-16T18:21:31.058" v="3330" actId="165"/>
          <ac:cxnSpMkLst>
            <pc:docMk/>
            <pc:sldMk cId="427537799" sldId="475"/>
            <ac:cxnSpMk id="68" creationId="{28DE0E21-D1B3-B655-12F9-9C2F06397E6E}"/>
          </ac:cxnSpMkLst>
        </pc:cxnChg>
        <pc:cxnChg chg="add mod topLvl">
          <ac:chgData name="Yunlong Jia" userId="6b7af21b-5f2a-4116-95e0-5cdc728d2113" providerId="ADAL" clId="{685294D3-F7EC-C740-896C-17627AFAF14E}" dt="2024-10-16T18:21:31.058" v="3330" actId="165"/>
          <ac:cxnSpMkLst>
            <pc:docMk/>
            <pc:sldMk cId="427537799" sldId="475"/>
            <ac:cxnSpMk id="71" creationId="{AEE9E92E-D56C-B37E-63F5-7324FD86692C}"/>
          </ac:cxnSpMkLst>
        </pc:cxnChg>
        <pc:cxnChg chg="add mod topLvl">
          <ac:chgData name="Yunlong Jia" userId="6b7af21b-5f2a-4116-95e0-5cdc728d2113" providerId="ADAL" clId="{685294D3-F7EC-C740-896C-17627AFAF14E}" dt="2024-10-16T19:23:27.082" v="3575" actId="208"/>
          <ac:cxnSpMkLst>
            <pc:docMk/>
            <pc:sldMk cId="427537799" sldId="475"/>
            <ac:cxnSpMk id="74" creationId="{3B539557-7F80-E1C4-4DDC-F0729E92D933}"/>
          </ac:cxnSpMkLst>
        </pc:cxnChg>
        <pc:cxnChg chg="add mod topLvl">
          <ac:chgData name="Yunlong Jia" userId="6b7af21b-5f2a-4116-95e0-5cdc728d2113" providerId="ADAL" clId="{685294D3-F7EC-C740-896C-17627AFAF14E}" dt="2024-10-16T18:21:31.058" v="3330" actId="165"/>
          <ac:cxnSpMkLst>
            <pc:docMk/>
            <pc:sldMk cId="427537799" sldId="475"/>
            <ac:cxnSpMk id="76" creationId="{C5AA0FE2-3048-4209-A2B0-D3C2446E5EAE}"/>
          </ac:cxnSpMkLst>
        </pc:cxnChg>
        <pc:cxnChg chg="add mod topLvl">
          <ac:chgData name="Yunlong Jia" userId="6b7af21b-5f2a-4116-95e0-5cdc728d2113" providerId="ADAL" clId="{685294D3-F7EC-C740-896C-17627AFAF14E}" dt="2024-10-16T18:21:31.058" v="3330" actId="165"/>
          <ac:cxnSpMkLst>
            <pc:docMk/>
            <pc:sldMk cId="427537799" sldId="475"/>
            <ac:cxnSpMk id="82" creationId="{99D84030-5D3B-95C9-E6FB-6848503E70AA}"/>
          </ac:cxnSpMkLst>
        </pc:cxnChg>
        <pc:cxnChg chg="add mod topLvl">
          <ac:chgData name="Yunlong Jia" userId="6b7af21b-5f2a-4116-95e0-5cdc728d2113" providerId="ADAL" clId="{685294D3-F7EC-C740-896C-17627AFAF14E}" dt="2024-10-16T18:21:31.058" v="3330" actId="165"/>
          <ac:cxnSpMkLst>
            <pc:docMk/>
            <pc:sldMk cId="427537799" sldId="475"/>
            <ac:cxnSpMk id="86" creationId="{38E106CE-7CC7-B0CD-CB2D-4819DC561A8E}"/>
          </ac:cxnSpMkLst>
        </pc:cxnChg>
        <pc:cxnChg chg="add mod topLvl">
          <ac:chgData name="Yunlong Jia" userId="6b7af21b-5f2a-4116-95e0-5cdc728d2113" providerId="ADAL" clId="{685294D3-F7EC-C740-896C-17627AFAF14E}" dt="2024-10-16T19:26:53.637" v="3582" actId="208"/>
          <ac:cxnSpMkLst>
            <pc:docMk/>
            <pc:sldMk cId="427537799" sldId="475"/>
            <ac:cxnSpMk id="88" creationId="{FA3F2025-5EDD-9076-1061-D3B75F2F37BF}"/>
          </ac:cxnSpMkLst>
        </pc:cxnChg>
        <pc:cxnChg chg="add mod">
          <ac:chgData name="Yunlong Jia" userId="6b7af21b-5f2a-4116-95e0-5cdc728d2113" providerId="ADAL" clId="{685294D3-F7EC-C740-896C-17627AFAF14E}" dt="2024-10-16T19:20:45.707" v="3566" actId="208"/>
          <ac:cxnSpMkLst>
            <pc:docMk/>
            <pc:sldMk cId="427537799" sldId="475"/>
            <ac:cxnSpMk id="91" creationId="{1B4FB78E-BA31-D4A7-A57E-A232A3ABC813}"/>
          </ac:cxnSpMkLst>
        </pc:cxnChg>
        <pc:cxnChg chg="add mod">
          <ac:chgData name="Yunlong Jia" userId="6b7af21b-5f2a-4116-95e0-5cdc728d2113" providerId="ADAL" clId="{685294D3-F7EC-C740-896C-17627AFAF14E}" dt="2024-10-16T17:11:35.013" v="3041" actId="164"/>
          <ac:cxnSpMkLst>
            <pc:docMk/>
            <pc:sldMk cId="427537799" sldId="475"/>
            <ac:cxnSpMk id="93" creationId="{73D85E2C-3545-04D0-7A90-5A11873BF064}"/>
          </ac:cxnSpMkLst>
        </pc:cxnChg>
        <pc:cxnChg chg="add mod">
          <ac:chgData name="Yunlong Jia" userId="6b7af21b-5f2a-4116-95e0-5cdc728d2113" providerId="ADAL" clId="{685294D3-F7EC-C740-896C-17627AFAF14E}" dt="2024-10-16T19:20:50.409" v="3567" actId="208"/>
          <ac:cxnSpMkLst>
            <pc:docMk/>
            <pc:sldMk cId="427537799" sldId="475"/>
            <ac:cxnSpMk id="94" creationId="{3E593C63-3A1D-02C3-924D-C38BCB51AF1A}"/>
          </ac:cxnSpMkLst>
        </pc:cxnChg>
      </pc:sldChg>
      <pc:sldChg chg="addSp modSp new mod">
        <pc:chgData name="Yunlong Jia" userId="6b7af21b-5f2a-4116-95e0-5cdc728d2113" providerId="ADAL" clId="{685294D3-F7EC-C740-896C-17627AFAF14E}" dt="2024-10-16T19:05:35.994" v="3412" actId="1076"/>
        <pc:sldMkLst>
          <pc:docMk/>
          <pc:sldMk cId="1386008966" sldId="476"/>
        </pc:sldMkLst>
        <pc:spChg chg="add mod">
          <ac:chgData name="Yunlong Jia" userId="6b7af21b-5f2a-4116-95e0-5cdc728d2113" providerId="ADAL" clId="{685294D3-F7EC-C740-896C-17627AFAF14E}" dt="2024-10-16T17:27:26.478" v="3244" actId="20577"/>
          <ac:spMkLst>
            <pc:docMk/>
            <pc:sldMk cId="1386008966" sldId="476"/>
            <ac:spMk id="3" creationId="{C9A7240B-DBBD-051C-8A33-944EBE18B2A3}"/>
          </ac:spMkLst>
        </pc:spChg>
        <pc:spChg chg="add mod">
          <ac:chgData name="Yunlong Jia" userId="6b7af21b-5f2a-4116-95e0-5cdc728d2113" providerId="ADAL" clId="{685294D3-F7EC-C740-896C-17627AFAF14E}" dt="2024-10-16T19:05:35.994" v="3412" actId="1076"/>
          <ac:spMkLst>
            <pc:docMk/>
            <pc:sldMk cId="1386008966" sldId="476"/>
            <ac:spMk id="5" creationId="{38248157-98ED-E10E-E6CD-8A8C3C334AD5}"/>
          </ac:spMkLst>
        </pc:spChg>
        <pc:picChg chg="add mod">
          <ac:chgData name="Yunlong Jia" userId="6b7af21b-5f2a-4116-95e0-5cdc728d2113" providerId="ADAL" clId="{685294D3-F7EC-C740-896C-17627AFAF14E}" dt="2024-10-16T17:27:13.898" v="3238" actId="1076"/>
          <ac:picMkLst>
            <pc:docMk/>
            <pc:sldMk cId="1386008966" sldId="476"/>
            <ac:picMk id="2" creationId="{AC8D6FA2-9D21-A8AE-194E-4324D5B6A0E4}"/>
          </ac:picMkLst>
        </pc:picChg>
      </pc:sldChg>
      <pc:sldChg chg="addSp modSp new mod">
        <pc:chgData name="Yunlong Jia" userId="6b7af21b-5f2a-4116-95e0-5cdc728d2113" providerId="ADAL" clId="{685294D3-F7EC-C740-896C-17627AFAF14E}" dt="2024-10-16T17:34:52.963" v="3280" actId="1076"/>
        <pc:sldMkLst>
          <pc:docMk/>
          <pc:sldMk cId="2046281336" sldId="477"/>
        </pc:sldMkLst>
        <pc:spChg chg="add mod">
          <ac:chgData name="Yunlong Jia" userId="6b7af21b-5f2a-4116-95e0-5cdc728d2113" providerId="ADAL" clId="{685294D3-F7EC-C740-896C-17627AFAF14E}" dt="2024-10-16T17:34:23.875" v="3268" actId="1076"/>
          <ac:spMkLst>
            <pc:docMk/>
            <pc:sldMk cId="2046281336" sldId="477"/>
            <ac:spMk id="3" creationId="{369B4416-9C98-CAB2-0D42-770A73AB1920}"/>
          </ac:spMkLst>
        </pc:spChg>
        <pc:spChg chg="add mod">
          <ac:chgData name="Yunlong Jia" userId="6b7af21b-5f2a-4116-95e0-5cdc728d2113" providerId="ADAL" clId="{685294D3-F7EC-C740-896C-17627AFAF14E}" dt="2024-10-16T17:33:44.103" v="3262"/>
          <ac:spMkLst>
            <pc:docMk/>
            <pc:sldMk cId="2046281336" sldId="477"/>
            <ac:spMk id="5" creationId="{8D1BAC00-6320-6659-6C39-9A4831535631}"/>
          </ac:spMkLst>
        </pc:spChg>
        <pc:spChg chg="add mod">
          <ac:chgData name="Yunlong Jia" userId="6b7af21b-5f2a-4116-95e0-5cdc728d2113" providerId="ADAL" clId="{685294D3-F7EC-C740-896C-17627AFAF14E}" dt="2024-10-16T17:34:52.963" v="3280" actId="1076"/>
          <ac:spMkLst>
            <pc:docMk/>
            <pc:sldMk cId="2046281336" sldId="477"/>
            <ac:spMk id="8" creationId="{27F82B14-C196-2349-B4A3-3D924542614A}"/>
          </ac:spMkLst>
        </pc:spChg>
        <pc:picChg chg="add mod">
          <ac:chgData name="Yunlong Jia" userId="6b7af21b-5f2a-4116-95e0-5cdc728d2113" providerId="ADAL" clId="{685294D3-F7EC-C740-896C-17627AFAF14E}" dt="2024-10-16T17:33:34.758" v="3261" actId="1076"/>
          <ac:picMkLst>
            <pc:docMk/>
            <pc:sldMk cId="2046281336" sldId="477"/>
            <ac:picMk id="4" creationId="{186F306E-78BC-E56F-F9D4-A4185B4A180D}"/>
          </ac:picMkLst>
        </pc:picChg>
        <pc:picChg chg="add mod">
          <ac:chgData name="Yunlong Jia" userId="6b7af21b-5f2a-4116-95e0-5cdc728d2113" providerId="ADAL" clId="{685294D3-F7EC-C740-896C-17627AFAF14E}" dt="2024-10-16T17:34:28.142" v="3269" actId="14100"/>
          <ac:picMkLst>
            <pc:docMk/>
            <pc:sldMk cId="2046281336" sldId="477"/>
            <ac:picMk id="6" creationId="{15712531-1C02-50F3-3C5F-A1DFF5E5077D}"/>
          </ac:picMkLst>
        </pc:picChg>
      </pc:sldChg>
      <pc:sldChg chg="addSp delSp modSp new mod">
        <pc:chgData name="Yunlong Jia" userId="6b7af21b-5f2a-4116-95e0-5cdc728d2113" providerId="ADAL" clId="{685294D3-F7EC-C740-896C-17627AFAF14E}" dt="2024-10-16T18:57:57.114" v="3378" actId="1076"/>
        <pc:sldMkLst>
          <pc:docMk/>
          <pc:sldMk cId="2652860064" sldId="478"/>
        </pc:sldMkLst>
        <pc:spChg chg="add del mod">
          <ac:chgData name="Yunlong Jia" userId="6b7af21b-5f2a-4116-95e0-5cdc728d2113" providerId="ADAL" clId="{685294D3-F7EC-C740-896C-17627AFAF14E}" dt="2024-10-16T18:57:11.175" v="3369" actId="478"/>
          <ac:spMkLst>
            <pc:docMk/>
            <pc:sldMk cId="2652860064" sldId="478"/>
            <ac:spMk id="3" creationId="{443E2B59-DBFB-4D1C-C3F0-626B05706A95}"/>
          </ac:spMkLst>
        </pc:spChg>
        <pc:spChg chg="add mod">
          <ac:chgData name="Yunlong Jia" userId="6b7af21b-5f2a-4116-95e0-5cdc728d2113" providerId="ADAL" clId="{685294D3-F7EC-C740-896C-17627AFAF14E}" dt="2024-10-16T18:57:16.253" v="3370"/>
          <ac:spMkLst>
            <pc:docMk/>
            <pc:sldMk cId="2652860064" sldId="478"/>
            <ac:spMk id="5" creationId="{4CD61B04-3F98-2E77-11C9-44BCD3CE7C8E}"/>
          </ac:spMkLst>
        </pc:spChg>
        <pc:spChg chg="add mod">
          <ac:chgData name="Yunlong Jia" userId="6b7af21b-5f2a-4116-95e0-5cdc728d2113" providerId="ADAL" clId="{685294D3-F7EC-C740-896C-17627AFAF14E}" dt="2024-10-16T18:57:57.114" v="3378" actId="1076"/>
          <ac:spMkLst>
            <pc:docMk/>
            <pc:sldMk cId="2652860064" sldId="478"/>
            <ac:spMk id="7" creationId="{17CA164F-574B-3A3B-B464-09999C146953}"/>
          </ac:spMkLst>
        </pc:spChg>
        <pc:picChg chg="add del mod">
          <ac:chgData name="Yunlong Jia" userId="6b7af21b-5f2a-4116-95e0-5cdc728d2113" providerId="ADAL" clId="{685294D3-F7EC-C740-896C-17627AFAF14E}" dt="2024-10-16T18:57:05.521" v="3364" actId="478"/>
          <ac:picMkLst>
            <pc:docMk/>
            <pc:sldMk cId="2652860064" sldId="478"/>
            <ac:picMk id="2" creationId="{6915BA77-5465-7477-E250-13654F2B8204}"/>
          </ac:picMkLst>
        </pc:picChg>
        <pc:picChg chg="add mod">
          <ac:chgData name="Yunlong Jia" userId="6b7af21b-5f2a-4116-95e0-5cdc728d2113" providerId="ADAL" clId="{685294D3-F7EC-C740-896C-17627AFAF14E}" dt="2024-10-16T18:57:10.069" v="3368" actId="1076"/>
          <ac:picMkLst>
            <pc:docMk/>
            <pc:sldMk cId="2652860064" sldId="478"/>
            <ac:picMk id="4" creationId="{1EA765EB-11F3-F7A8-12D1-DEA02888F7EA}"/>
          </ac:picMkLst>
        </pc:picChg>
      </pc:sldChg>
      <pc:sldChg chg="addSp modSp new mod">
        <pc:chgData name="Yunlong Jia" userId="6b7af21b-5f2a-4116-95e0-5cdc728d2113" providerId="ADAL" clId="{685294D3-F7EC-C740-896C-17627AFAF14E}" dt="2024-10-16T19:29:38.242" v="3596" actId="1076"/>
        <pc:sldMkLst>
          <pc:docMk/>
          <pc:sldMk cId="2147672239" sldId="479"/>
        </pc:sldMkLst>
        <pc:spChg chg="add mod">
          <ac:chgData name="Yunlong Jia" userId="6b7af21b-5f2a-4116-95e0-5cdc728d2113" providerId="ADAL" clId="{685294D3-F7EC-C740-896C-17627AFAF14E}" dt="2024-10-16T19:08:17.504" v="3454" actId="1076"/>
          <ac:spMkLst>
            <pc:docMk/>
            <pc:sldMk cId="2147672239" sldId="479"/>
            <ac:spMk id="2" creationId="{F3D61D41-AC79-9EDB-FF16-FC8C51C59FB9}"/>
          </ac:spMkLst>
        </pc:spChg>
        <pc:spChg chg="add mod">
          <ac:chgData name="Yunlong Jia" userId="6b7af21b-5f2a-4116-95e0-5cdc728d2113" providerId="ADAL" clId="{685294D3-F7EC-C740-896C-17627AFAF14E}" dt="2024-10-16T19:07:24.982" v="3433"/>
          <ac:spMkLst>
            <pc:docMk/>
            <pc:sldMk cId="2147672239" sldId="479"/>
            <ac:spMk id="4" creationId="{A66EAEDD-9503-CD25-19F0-EDFC5E9CEFBF}"/>
          </ac:spMkLst>
        </pc:spChg>
        <pc:spChg chg="add mod">
          <ac:chgData name="Yunlong Jia" userId="6b7af21b-5f2a-4116-95e0-5cdc728d2113" providerId="ADAL" clId="{685294D3-F7EC-C740-896C-17627AFAF14E}" dt="2024-10-16T19:10:08.778" v="3497" actId="1076"/>
          <ac:spMkLst>
            <pc:docMk/>
            <pc:sldMk cId="2147672239" sldId="479"/>
            <ac:spMk id="5" creationId="{4F0DC3A8-0357-D3B9-5EC4-4A6D38BA6125}"/>
          </ac:spMkLst>
        </pc:spChg>
        <pc:spChg chg="add mod">
          <ac:chgData name="Yunlong Jia" userId="6b7af21b-5f2a-4116-95e0-5cdc728d2113" providerId="ADAL" clId="{685294D3-F7EC-C740-896C-17627AFAF14E}" dt="2024-10-16T19:29:38.242" v="3596" actId="1076"/>
          <ac:spMkLst>
            <pc:docMk/>
            <pc:sldMk cId="2147672239" sldId="479"/>
            <ac:spMk id="8" creationId="{CA69D038-AA4B-9280-1C97-6D9720666F2C}"/>
          </ac:spMkLst>
        </pc:spChg>
        <pc:picChg chg="add mod">
          <ac:chgData name="Yunlong Jia" userId="6b7af21b-5f2a-4116-95e0-5cdc728d2113" providerId="ADAL" clId="{685294D3-F7EC-C740-896C-17627AFAF14E}" dt="2024-10-16T19:08:16.001" v="3453" actId="14100"/>
          <ac:picMkLst>
            <pc:docMk/>
            <pc:sldMk cId="2147672239" sldId="479"/>
            <ac:picMk id="3" creationId="{B7CB93D5-4E78-59CA-4BB1-03ABFE013EFF}"/>
          </ac:picMkLst>
        </pc:picChg>
        <pc:picChg chg="add mod">
          <ac:chgData name="Yunlong Jia" userId="6b7af21b-5f2a-4116-95e0-5cdc728d2113" providerId="ADAL" clId="{685294D3-F7EC-C740-896C-17627AFAF14E}" dt="2024-10-16T19:10:07.107" v="3496" actId="1076"/>
          <ac:picMkLst>
            <pc:docMk/>
            <pc:sldMk cId="2147672239" sldId="479"/>
            <ac:picMk id="6" creationId="{EE046CB4-0732-1355-B273-56A1F0BD61ED}"/>
          </ac:picMkLst>
        </pc:picChg>
        <pc:picChg chg="add mod">
          <ac:chgData name="Yunlong Jia" userId="6b7af21b-5f2a-4116-95e0-5cdc728d2113" providerId="ADAL" clId="{685294D3-F7EC-C740-896C-17627AFAF14E}" dt="2024-10-16T19:29:33.780" v="3593" actId="1076"/>
          <ac:picMkLst>
            <pc:docMk/>
            <pc:sldMk cId="2147672239" sldId="479"/>
            <ac:picMk id="7" creationId="{9C3A6162-D12D-D955-9D39-824213357098}"/>
          </ac:picMkLst>
        </pc:picChg>
      </pc:sldChg>
    </pc:docChg>
  </pc:docChgLst>
  <pc:docChgLst>
    <pc:chgData name="Yunlong JIA" userId="4daa8bfd-e6d6-4f44-b315-8c5b7a700152" providerId="ADAL" clId="{3B621A62-E82F-EE42-83FD-EC7E91BC7FDE}"/>
    <pc:docChg chg="addSld modSld sldOrd">
      <pc:chgData name="Yunlong JIA" userId="4daa8bfd-e6d6-4f44-b315-8c5b7a700152" providerId="ADAL" clId="{3B621A62-E82F-EE42-83FD-EC7E91BC7FDE}" dt="2022-11-29T09:22:52.034" v="12" actId="20578"/>
      <pc:docMkLst>
        <pc:docMk/>
      </pc:docMkLst>
      <pc:sldChg chg="addSp modSp new mod ord">
        <pc:chgData name="Yunlong JIA" userId="4daa8bfd-e6d6-4f44-b315-8c5b7a700152" providerId="ADAL" clId="{3B621A62-E82F-EE42-83FD-EC7E91BC7FDE}" dt="2022-11-29T09:22:52.034" v="12" actId="20578"/>
        <pc:sldMkLst>
          <pc:docMk/>
          <pc:sldMk cId="836067299" sldId="351"/>
        </pc:sldMkLst>
        <pc:spChg chg="add mod">
          <ac:chgData name="Yunlong JIA" userId="4daa8bfd-e6d6-4f44-b315-8c5b7a700152" providerId="ADAL" clId="{3B621A62-E82F-EE42-83FD-EC7E91BC7FDE}" dt="2022-11-29T09:21:52.255" v="3"/>
          <ac:spMkLst>
            <pc:docMk/>
            <pc:sldMk cId="836067299" sldId="351"/>
            <ac:spMk id="3" creationId="{AED450AC-10C4-4911-6B10-CA4EB7C1F6F8}"/>
          </ac:spMkLst>
        </pc:spChg>
        <pc:spChg chg="add mod">
          <ac:chgData name="Yunlong JIA" userId="4daa8bfd-e6d6-4f44-b315-8c5b7a700152" providerId="ADAL" clId="{3B621A62-E82F-EE42-83FD-EC7E91BC7FDE}" dt="2022-11-29T09:22:00.923" v="5" actId="1076"/>
          <ac:spMkLst>
            <pc:docMk/>
            <pc:sldMk cId="836067299" sldId="351"/>
            <ac:spMk id="5" creationId="{892DAD94-75A5-9F9B-0CAD-FB3FF5E3FDF8}"/>
          </ac:spMkLst>
        </pc:spChg>
        <pc:picChg chg="add mod">
          <ac:chgData name="Yunlong JIA" userId="4daa8bfd-e6d6-4f44-b315-8c5b7a700152" providerId="ADAL" clId="{3B621A62-E82F-EE42-83FD-EC7E91BC7FDE}" dt="2022-11-29T09:22:25.409" v="9" actId="1076"/>
          <ac:picMkLst>
            <pc:docMk/>
            <pc:sldMk cId="836067299" sldId="351"/>
            <ac:picMk id="6" creationId="{EC299003-6AA5-6122-0941-524231F8A800}"/>
          </ac:picMkLst>
        </pc:picChg>
        <pc:picChg chg="add mod">
          <ac:chgData name="Yunlong JIA" userId="4daa8bfd-e6d6-4f44-b315-8c5b7a700152" providerId="ADAL" clId="{3B621A62-E82F-EE42-83FD-EC7E91BC7FDE}" dt="2022-11-29T09:22:39.845" v="11" actId="1076"/>
          <ac:picMkLst>
            <pc:docMk/>
            <pc:sldMk cId="836067299" sldId="351"/>
            <ac:picMk id="7" creationId="{41BE9B35-1E9C-95C3-2A44-F44E04B839F9}"/>
          </ac:picMkLst>
        </pc:picChg>
      </pc:sldChg>
    </pc:docChg>
  </pc:docChgLst>
  <pc:docChgLst>
    <pc:chgData name="Yunlong JIA" userId="4daa8bfd-e6d6-4f44-b315-8c5b7a700152" providerId="ADAL" clId="{1CE1F28E-4044-F94D-8065-5EF27530E5B3}"/>
    <pc:docChg chg="delSld">
      <pc:chgData name="Yunlong JIA" userId="4daa8bfd-e6d6-4f44-b315-8c5b7a700152" providerId="ADAL" clId="{1CE1F28E-4044-F94D-8065-5EF27530E5B3}" dt="2022-06-16T03:04:43.615" v="11" actId="2696"/>
      <pc:docMkLst>
        <pc:docMk/>
      </pc:docMkLst>
      <pc:sldChg chg="del">
        <pc:chgData name="Yunlong JIA" userId="4daa8bfd-e6d6-4f44-b315-8c5b7a700152" providerId="ADAL" clId="{1CE1F28E-4044-F94D-8065-5EF27530E5B3}" dt="2022-06-16T03:02:42.598" v="6" actId="2696"/>
        <pc:sldMkLst>
          <pc:docMk/>
          <pc:sldMk cId="1418172018" sldId="314"/>
        </pc:sldMkLst>
      </pc:sldChg>
      <pc:sldChg chg="del">
        <pc:chgData name="Yunlong JIA" userId="4daa8bfd-e6d6-4f44-b315-8c5b7a700152" providerId="ADAL" clId="{1CE1F28E-4044-F94D-8065-5EF27530E5B3}" dt="2022-06-16T03:03:09.622" v="7" actId="2696"/>
        <pc:sldMkLst>
          <pc:docMk/>
          <pc:sldMk cId="3752170152" sldId="316"/>
        </pc:sldMkLst>
      </pc:sldChg>
      <pc:sldChg chg="del">
        <pc:chgData name="Yunlong JIA" userId="4daa8bfd-e6d6-4f44-b315-8c5b7a700152" providerId="ADAL" clId="{1CE1F28E-4044-F94D-8065-5EF27530E5B3}" dt="2022-06-16T03:02:34.830" v="4" actId="2696"/>
        <pc:sldMkLst>
          <pc:docMk/>
          <pc:sldMk cId="4122713921" sldId="322"/>
        </pc:sldMkLst>
      </pc:sldChg>
      <pc:sldChg chg="del">
        <pc:chgData name="Yunlong JIA" userId="4daa8bfd-e6d6-4f44-b315-8c5b7a700152" providerId="ADAL" clId="{1CE1F28E-4044-F94D-8065-5EF27530E5B3}" dt="2022-06-16T03:02:39.494" v="5" actId="2696"/>
        <pc:sldMkLst>
          <pc:docMk/>
          <pc:sldMk cId="1582785040" sldId="323"/>
        </pc:sldMkLst>
      </pc:sldChg>
      <pc:sldChg chg="del">
        <pc:chgData name="Yunlong JIA" userId="4daa8bfd-e6d6-4f44-b315-8c5b7a700152" providerId="ADAL" clId="{1CE1F28E-4044-F94D-8065-5EF27530E5B3}" dt="2022-06-16T03:00:41.391" v="3" actId="2696"/>
        <pc:sldMkLst>
          <pc:docMk/>
          <pc:sldMk cId="2413315239" sldId="333"/>
        </pc:sldMkLst>
      </pc:sldChg>
      <pc:sldChg chg="del">
        <pc:chgData name="Yunlong JIA" userId="4daa8bfd-e6d6-4f44-b315-8c5b7a700152" providerId="ADAL" clId="{1CE1F28E-4044-F94D-8065-5EF27530E5B3}" dt="2022-06-16T02:59:47.489" v="0" actId="2696"/>
        <pc:sldMkLst>
          <pc:docMk/>
          <pc:sldMk cId="2368989866" sldId="335"/>
        </pc:sldMkLst>
      </pc:sldChg>
      <pc:sldChg chg="del">
        <pc:chgData name="Yunlong JIA" userId="4daa8bfd-e6d6-4f44-b315-8c5b7a700152" providerId="ADAL" clId="{1CE1F28E-4044-F94D-8065-5EF27530E5B3}" dt="2022-06-16T03:00:36.669" v="2" actId="2696"/>
        <pc:sldMkLst>
          <pc:docMk/>
          <pc:sldMk cId="611880688" sldId="336"/>
        </pc:sldMkLst>
      </pc:sldChg>
      <pc:sldChg chg="del">
        <pc:chgData name="Yunlong JIA" userId="4daa8bfd-e6d6-4f44-b315-8c5b7a700152" providerId="ADAL" clId="{1CE1F28E-4044-F94D-8065-5EF27530E5B3}" dt="2022-06-16T03:04:30.037" v="9" actId="2696"/>
        <pc:sldMkLst>
          <pc:docMk/>
          <pc:sldMk cId="707666280" sldId="339"/>
        </pc:sldMkLst>
      </pc:sldChg>
      <pc:sldChg chg="del">
        <pc:chgData name="Yunlong JIA" userId="4daa8bfd-e6d6-4f44-b315-8c5b7a700152" providerId="ADAL" clId="{1CE1F28E-4044-F94D-8065-5EF27530E5B3}" dt="2022-06-16T03:03:59.113" v="8" actId="2696"/>
        <pc:sldMkLst>
          <pc:docMk/>
          <pc:sldMk cId="2781493897" sldId="340"/>
        </pc:sldMkLst>
      </pc:sldChg>
      <pc:sldChg chg="del">
        <pc:chgData name="Yunlong JIA" userId="4daa8bfd-e6d6-4f44-b315-8c5b7a700152" providerId="ADAL" clId="{1CE1F28E-4044-F94D-8065-5EF27530E5B3}" dt="2022-06-16T03:03:59.113" v="8" actId="2696"/>
        <pc:sldMkLst>
          <pc:docMk/>
          <pc:sldMk cId="4109472512" sldId="341"/>
        </pc:sldMkLst>
      </pc:sldChg>
      <pc:sldChg chg="del">
        <pc:chgData name="Yunlong JIA" userId="4daa8bfd-e6d6-4f44-b315-8c5b7a700152" providerId="ADAL" clId="{1CE1F28E-4044-F94D-8065-5EF27530E5B3}" dt="2022-06-16T03:03:59.113" v="8" actId="2696"/>
        <pc:sldMkLst>
          <pc:docMk/>
          <pc:sldMk cId="3653668843" sldId="342"/>
        </pc:sldMkLst>
      </pc:sldChg>
      <pc:sldChg chg="del">
        <pc:chgData name="Yunlong JIA" userId="4daa8bfd-e6d6-4f44-b315-8c5b7a700152" providerId="ADAL" clId="{1CE1F28E-4044-F94D-8065-5EF27530E5B3}" dt="2022-06-16T03:03:59.113" v="8" actId="2696"/>
        <pc:sldMkLst>
          <pc:docMk/>
          <pc:sldMk cId="2509781011" sldId="343"/>
        </pc:sldMkLst>
      </pc:sldChg>
      <pc:sldChg chg="del">
        <pc:chgData name="Yunlong JIA" userId="4daa8bfd-e6d6-4f44-b315-8c5b7a700152" providerId="ADAL" clId="{1CE1F28E-4044-F94D-8065-5EF27530E5B3}" dt="2022-06-16T03:04:30.037" v="9" actId="2696"/>
        <pc:sldMkLst>
          <pc:docMk/>
          <pc:sldMk cId="1066325974" sldId="344"/>
        </pc:sldMkLst>
      </pc:sldChg>
      <pc:sldChg chg="del">
        <pc:chgData name="Yunlong JIA" userId="4daa8bfd-e6d6-4f44-b315-8c5b7a700152" providerId="ADAL" clId="{1CE1F28E-4044-F94D-8065-5EF27530E5B3}" dt="2022-06-16T03:04:37.832" v="10" actId="2696"/>
        <pc:sldMkLst>
          <pc:docMk/>
          <pc:sldMk cId="875932780" sldId="345"/>
        </pc:sldMkLst>
      </pc:sldChg>
      <pc:sldChg chg="del">
        <pc:chgData name="Yunlong JIA" userId="4daa8bfd-e6d6-4f44-b315-8c5b7a700152" providerId="ADAL" clId="{1CE1F28E-4044-F94D-8065-5EF27530E5B3}" dt="2022-06-16T03:00:15.797" v="1" actId="2696"/>
        <pc:sldMkLst>
          <pc:docMk/>
          <pc:sldMk cId="1130583960" sldId="347"/>
        </pc:sldMkLst>
      </pc:sldChg>
      <pc:sldChg chg="del">
        <pc:chgData name="Yunlong JIA" userId="4daa8bfd-e6d6-4f44-b315-8c5b7a700152" providerId="ADAL" clId="{1CE1F28E-4044-F94D-8065-5EF27530E5B3}" dt="2022-06-16T03:03:59.113" v="8" actId="2696"/>
        <pc:sldMkLst>
          <pc:docMk/>
          <pc:sldMk cId="1479182030" sldId="348"/>
        </pc:sldMkLst>
      </pc:sldChg>
      <pc:sldChg chg="del">
        <pc:chgData name="Yunlong JIA" userId="4daa8bfd-e6d6-4f44-b315-8c5b7a700152" providerId="ADAL" clId="{1CE1F28E-4044-F94D-8065-5EF27530E5B3}" dt="2022-06-16T03:04:43.615" v="11" actId="2696"/>
        <pc:sldMkLst>
          <pc:docMk/>
          <pc:sldMk cId="576285890" sldId="349"/>
        </pc:sldMkLst>
      </pc:sldChg>
    </pc:docChg>
  </pc:docChgLst>
  <pc:docChgLst>
    <pc:chgData name="Yunlong Jia" userId="6b7af21b-5f2a-4116-95e0-5cdc728d2113" providerId="ADAL" clId="{281BC7EA-3CBC-0848-BD7F-1DC84EF94969}"/>
    <pc:docChg chg="delSld modSld modSection">
      <pc:chgData name="Yunlong Jia" userId="6b7af21b-5f2a-4116-95e0-5cdc728d2113" providerId="ADAL" clId="{281BC7EA-3CBC-0848-BD7F-1DC84EF94969}" dt="2024-10-01T21:53:30.460" v="18" actId="2696"/>
      <pc:docMkLst>
        <pc:docMk/>
      </pc:docMkLst>
      <pc:sldChg chg="del">
        <pc:chgData name="Yunlong Jia" userId="6b7af21b-5f2a-4116-95e0-5cdc728d2113" providerId="ADAL" clId="{281BC7EA-3CBC-0848-BD7F-1DC84EF94969}" dt="2024-10-01T21:53:30.460" v="18" actId="2696"/>
        <pc:sldMkLst>
          <pc:docMk/>
          <pc:sldMk cId="650049157" sldId="446"/>
        </pc:sldMkLst>
      </pc:sldChg>
      <pc:sldChg chg="addSp modSp mod">
        <pc:chgData name="Yunlong Jia" userId="6b7af21b-5f2a-4116-95e0-5cdc728d2113" providerId="ADAL" clId="{281BC7EA-3CBC-0848-BD7F-1DC84EF94969}" dt="2024-10-01T21:26:19.732" v="17" actId="14100"/>
        <pc:sldMkLst>
          <pc:docMk/>
          <pc:sldMk cId="1517398569" sldId="450"/>
        </pc:sldMkLst>
        <pc:spChg chg="add mod">
          <ac:chgData name="Yunlong Jia" userId="6b7af21b-5f2a-4116-95e0-5cdc728d2113" providerId="ADAL" clId="{281BC7EA-3CBC-0848-BD7F-1DC84EF94969}" dt="2024-10-01T21:25:11.115" v="4" actId="14100"/>
          <ac:spMkLst>
            <pc:docMk/>
            <pc:sldMk cId="1517398569" sldId="450"/>
            <ac:spMk id="2" creationId="{090859E2-B3A5-0D0A-018E-122093F39C00}"/>
          </ac:spMkLst>
        </pc:spChg>
        <pc:spChg chg="add mod">
          <ac:chgData name="Yunlong Jia" userId="6b7af21b-5f2a-4116-95e0-5cdc728d2113" providerId="ADAL" clId="{281BC7EA-3CBC-0848-BD7F-1DC84EF94969}" dt="2024-10-01T21:25:53.516" v="12" actId="14100"/>
          <ac:spMkLst>
            <pc:docMk/>
            <pc:sldMk cId="1517398569" sldId="450"/>
            <ac:spMk id="4" creationId="{D40186E2-376F-113A-C7E8-189FDC8B4839}"/>
          </ac:spMkLst>
        </pc:spChg>
        <pc:spChg chg="add mod">
          <ac:chgData name="Yunlong Jia" userId="6b7af21b-5f2a-4116-95e0-5cdc728d2113" providerId="ADAL" clId="{281BC7EA-3CBC-0848-BD7F-1DC84EF94969}" dt="2024-10-01T21:26:19.732" v="17" actId="14100"/>
          <ac:spMkLst>
            <pc:docMk/>
            <pc:sldMk cId="1517398569" sldId="450"/>
            <ac:spMk id="6" creationId="{78AF3A4A-39A3-E5B0-154E-082EA982297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CF3DE5-79E6-4FA0-A57A-6CD1004E3A38}" type="datetimeFigureOut">
              <a:rPr lang="en-US" smtClean="0"/>
              <a:t>10/16/24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6A5077-A688-482D-ABC0-51EA73E871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0255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Part_II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6A5077-A688-482D-ABC0-51EA73E871B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5582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@ Main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6A5077-A688-482D-ABC0-51EA73E871B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5287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Akk</a:t>
            </a:r>
            <a:r>
              <a:rPr lang="en-US" dirty="0"/>
              <a:t> KCs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6A5077-A688-482D-ABC0-51EA73E871B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6472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6A5077-A688-482D-ABC0-51EA73E871B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5204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HF: high-fidelity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6A5077-A688-482D-ABC0-51EA73E871B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8114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B9741-1A5E-4DC5-ADAE-AFA05DDAF7C8}" type="datetime1">
              <a:rPr lang="en-US" smtClean="0"/>
              <a:t>10/16/24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DDCDE-A860-4113-85AA-282D315599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561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0B93B-74A8-461D-BF6E-DBB04708431B}" type="datetime1">
              <a:rPr lang="en-US" smtClean="0"/>
              <a:t>10/16/24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DDCDE-A860-4113-85AA-282D315599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4957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ED375-E88A-4BF6-8C5A-15F9F128875D}" type="datetime1">
              <a:rPr lang="en-US" smtClean="0"/>
              <a:t>10/16/24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DDCDE-A860-4113-85AA-282D315599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05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A152A-7244-47C3-81C5-745EE83C8DD2}" type="datetime1">
              <a:rPr lang="en-US" smtClean="0"/>
              <a:t>10/16/24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DDCDE-A860-4113-85AA-282D315599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3085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787DB-EF36-4F35-A51B-5975FAE3DCDB}" type="datetime1">
              <a:rPr lang="en-US" smtClean="0"/>
              <a:t>10/16/24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DDCDE-A860-4113-85AA-282D315599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765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56614-A4B4-4BDF-86E7-CC2D02550D58}" type="datetime1">
              <a:rPr lang="en-US" smtClean="0"/>
              <a:t>10/16/24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DDCDE-A860-4113-85AA-282D315599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973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CEB79-F3AF-485D-BE7D-B4E7B8EC26FA}" type="datetime1">
              <a:rPr lang="en-US" smtClean="0"/>
              <a:t>10/16/24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DDCDE-A860-4113-85AA-282D31559917}" type="slidenum">
              <a:rPr lang="en-US" smtClean="0"/>
              <a:pPr/>
              <a:t>‹#›</a:t>
            </a:fld>
            <a:r>
              <a:rPr lang="en-US" dirty="0"/>
              <a:t>/34</a:t>
            </a:r>
          </a:p>
        </p:txBody>
      </p:sp>
    </p:spTree>
    <p:extLst>
      <p:ext uri="{BB962C8B-B14F-4D97-AF65-F5344CB8AC3E}">
        <p14:creationId xmlns:p14="http://schemas.microsoft.com/office/powerpoint/2010/main" val="3040807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C2FA4-B74B-4B07-B93A-325E32591DEB}" type="datetime1">
              <a:rPr lang="en-US" smtClean="0"/>
              <a:t>10/16/24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DDCDE-A860-4113-85AA-282D315599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152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FAD1A-3E42-499D-9EF9-0B196F0982C1}" type="datetime1">
              <a:rPr lang="en-US" smtClean="0"/>
              <a:t>10/16/24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DDCDE-A860-4113-85AA-282D315599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8122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5CD37-8CF9-40B2-A54E-1D2B0DEE3DB5}" type="datetime1">
              <a:rPr lang="en-US" smtClean="0"/>
              <a:t>10/16/24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DDCDE-A860-4113-85AA-282D315599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633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4C6E4-4F80-49CF-9B5F-166F7A66102A}" type="datetime1">
              <a:rPr lang="en-US" smtClean="0"/>
              <a:t>10/16/24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DDCDE-A860-4113-85AA-282D315599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998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4C1492-F55C-492E-84FF-B0BFA56F7045}" type="datetime1">
              <a:rPr lang="en-US" smtClean="0"/>
              <a:t>10/16/24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6DDCDE-A860-4113-85AA-282D31559917}" type="slidenum">
              <a:rPr lang="en-US" smtClean="0"/>
              <a:pPr/>
              <a:t>‹#›</a:t>
            </a:fld>
            <a:r>
              <a:rPr lang="en-US" dirty="0"/>
              <a:t>/34</a:t>
            </a:r>
          </a:p>
        </p:txBody>
      </p:sp>
    </p:spTree>
    <p:extLst>
      <p:ext uri="{BB962C8B-B14F-4D97-AF65-F5344CB8AC3E}">
        <p14:creationId xmlns:p14="http://schemas.microsoft.com/office/powerpoint/2010/main" val="1257322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11AFA6E-F98E-0C16-2819-B015B53745C5}"/>
              </a:ext>
            </a:extLst>
          </p:cNvPr>
          <p:cNvSpPr txBox="1"/>
          <p:nvPr/>
        </p:nvSpPr>
        <p:spPr>
          <a:xfrm>
            <a:off x="3046771" y="1919696"/>
            <a:ext cx="609845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/>
              <a:t>Result summary</a:t>
            </a:r>
          </a:p>
          <a:p>
            <a:pPr algn="ctr"/>
            <a:endParaRPr lang="en-US" sz="4800" b="1" dirty="0"/>
          </a:p>
          <a:p>
            <a:pPr algn="ctr"/>
            <a:r>
              <a:rPr lang="en-US" sz="2400" b="1" dirty="0">
                <a:solidFill>
                  <a:srgbClr val="0432FF"/>
                </a:solidFill>
              </a:rPr>
              <a:t>10/15/2024</a:t>
            </a:r>
          </a:p>
          <a:p>
            <a:pPr algn="ctr"/>
            <a:endParaRPr lang="en-US" sz="2400" b="1" dirty="0">
              <a:solidFill>
                <a:srgbClr val="0432FF"/>
              </a:solidFill>
            </a:endParaRPr>
          </a:p>
          <a:p>
            <a:pPr algn="ctr"/>
            <a:r>
              <a:rPr lang="en-US" sz="2400" b="1" dirty="0">
                <a:solidFill>
                  <a:srgbClr val="0432FF"/>
                </a:solidFill>
              </a:rPr>
              <a:t>Atwood lab </a:t>
            </a:r>
            <a:r>
              <a:rPr lang="en-US" sz="2400" b="1" dirty="0"/>
              <a:t>&amp;</a:t>
            </a:r>
            <a:r>
              <a:rPr lang="en-US" sz="2400" b="1" dirty="0">
                <a:solidFill>
                  <a:srgbClr val="0432FF"/>
                </a:solidFill>
              </a:rPr>
              <a:t> </a:t>
            </a:r>
            <a:r>
              <a:rPr lang="en-US" sz="2400" b="1" dirty="0" err="1">
                <a:solidFill>
                  <a:srgbClr val="0432FF"/>
                </a:solidFill>
              </a:rPr>
              <a:t>Provital</a:t>
            </a:r>
            <a:endParaRPr lang="en-US" sz="2400" b="1" dirty="0">
              <a:solidFill>
                <a:srgbClr val="0432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90083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60ACC9DD-FB65-E5AF-F63C-3F993994D12B}"/>
              </a:ext>
            </a:extLst>
          </p:cNvPr>
          <p:cNvSpPr txBox="1"/>
          <p:nvPr/>
        </p:nvSpPr>
        <p:spPr>
          <a:xfrm>
            <a:off x="88934" y="102066"/>
            <a:ext cx="21354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00FF"/>
                </a:solidFill>
              </a:rPr>
              <a:t>@ Main figures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4D51EA-7B6D-3882-9FAC-543486E877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978" y="502176"/>
            <a:ext cx="8118222" cy="603792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6FD6AB8-FFF9-C494-34A3-3FB1533316F7}"/>
              </a:ext>
            </a:extLst>
          </p:cNvPr>
          <p:cNvSpPr txBox="1"/>
          <p:nvPr/>
        </p:nvSpPr>
        <p:spPr>
          <a:xfrm>
            <a:off x="7583960" y="6116732"/>
            <a:ext cx="254858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R9_1.1_all_cells_umap.pdf</a:t>
            </a:r>
          </a:p>
        </p:txBody>
      </p:sp>
    </p:spTree>
    <p:extLst>
      <p:ext uri="{BB962C8B-B14F-4D97-AF65-F5344CB8AC3E}">
        <p14:creationId xmlns:p14="http://schemas.microsoft.com/office/powerpoint/2010/main" val="35870734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EA765EB-11F3-F7A8-12D1-DEA02888F7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837" y="1492998"/>
            <a:ext cx="10660621" cy="30626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CD61B04-3F98-2E77-11C9-44BCD3CE7C8E}"/>
              </a:ext>
            </a:extLst>
          </p:cNvPr>
          <p:cNvSpPr txBox="1"/>
          <p:nvPr/>
        </p:nvSpPr>
        <p:spPr>
          <a:xfrm>
            <a:off x="88934" y="102066"/>
            <a:ext cx="21354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00FF"/>
                </a:solidFill>
              </a:rPr>
              <a:t>@ Supp.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CA164F-574B-3A3B-B464-09999C146953}"/>
              </a:ext>
            </a:extLst>
          </p:cNvPr>
          <p:cNvSpPr txBox="1"/>
          <p:nvPr/>
        </p:nvSpPr>
        <p:spPr>
          <a:xfrm>
            <a:off x="8295331" y="5057225"/>
            <a:ext cx="33641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R9_1.2_Cell_type_umap_plot_split.pdf</a:t>
            </a:r>
          </a:p>
        </p:txBody>
      </p:sp>
    </p:spTree>
    <p:extLst>
      <p:ext uri="{BB962C8B-B14F-4D97-AF65-F5344CB8AC3E}">
        <p14:creationId xmlns:p14="http://schemas.microsoft.com/office/powerpoint/2010/main" val="26528600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69B4416-9C98-CAB2-0D42-770A73AB1920}"/>
              </a:ext>
            </a:extLst>
          </p:cNvPr>
          <p:cNvSpPr txBox="1"/>
          <p:nvPr/>
        </p:nvSpPr>
        <p:spPr>
          <a:xfrm>
            <a:off x="8160608" y="3137093"/>
            <a:ext cx="40313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1.2.4_Resolution_UMAP_seurat_cluster.pdf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6F306E-78BC-E56F-F9D4-A4185B4A18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743" y="499381"/>
            <a:ext cx="10616514" cy="267981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D1BAC00-6320-6659-6C39-9A4831535631}"/>
              </a:ext>
            </a:extLst>
          </p:cNvPr>
          <p:cNvSpPr txBox="1"/>
          <p:nvPr/>
        </p:nvSpPr>
        <p:spPr>
          <a:xfrm>
            <a:off x="88934" y="102066"/>
            <a:ext cx="21354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00FF"/>
                </a:solidFill>
              </a:rPr>
              <a:t>@ Supp.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5712531-1C02-50F3-3C5F-A1DFF5E507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994" y="3576515"/>
            <a:ext cx="7751805" cy="295955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7F82B14-C196-2349-B4A3-3D924542614A}"/>
              </a:ext>
            </a:extLst>
          </p:cNvPr>
          <p:cNvSpPr txBox="1"/>
          <p:nvPr/>
        </p:nvSpPr>
        <p:spPr>
          <a:xfrm>
            <a:off x="5380340" y="6204730"/>
            <a:ext cx="523411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1.2.5_purity_check_res_05_07_09_UMAP_seurat_cluster.pdf</a:t>
            </a:r>
          </a:p>
        </p:txBody>
      </p:sp>
    </p:spTree>
    <p:extLst>
      <p:ext uri="{BB962C8B-B14F-4D97-AF65-F5344CB8AC3E}">
        <p14:creationId xmlns:p14="http://schemas.microsoft.com/office/powerpoint/2010/main" val="20462813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4550FB7-65BC-92FC-A143-AD86DE1D70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599" y="474472"/>
            <a:ext cx="7431313" cy="590905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A74A54A-B65E-10BE-D226-2DDBFC98D495}"/>
              </a:ext>
            </a:extLst>
          </p:cNvPr>
          <p:cNvSpPr txBox="1"/>
          <p:nvPr/>
        </p:nvSpPr>
        <p:spPr>
          <a:xfrm>
            <a:off x="4383315" y="6412697"/>
            <a:ext cx="34253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R3_5_marker_genens_vlnplot.pdf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5774CE-8AA4-422B-CF9B-5DD58FCF44BB}"/>
              </a:ext>
            </a:extLst>
          </p:cNvPr>
          <p:cNvSpPr txBox="1"/>
          <p:nvPr/>
        </p:nvSpPr>
        <p:spPr>
          <a:xfrm>
            <a:off x="88934" y="102066"/>
            <a:ext cx="21354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00FF"/>
                </a:solidFill>
              </a:rPr>
              <a:t>@ Main figures</a:t>
            </a:r>
          </a:p>
        </p:txBody>
      </p:sp>
    </p:spTree>
    <p:extLst>
      <p:ext uri="{BB962C8B-B14F-4D97-AF65-F5344CB8AC3E}">
        <p14:creationId xmlns:p14="http://schemas.microsoft.com/office/powerpoint/2010/main" val="777135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A8C3943-3DAE-0AE7-5F4A-D404DA951788}"/>
              </a:ext>
            </a:extLst>
          </p:cNvPr>
          <p:cNvSpPr txBox="1"/>
          <p:nvPr/>
        </p:nvSpPr>
        <p:spPr>
          <a:xfrm>
            <a:off x="2012348" y="6417921"/>
            <a:ext cx="330925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R8_KC_1_Cell_type_umap_plot.pdf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3361954-15F5-B6D9-95BE-BBCBDAA07E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16" y="751163"/>
            <a:ext cx="7297056" cy="566675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601CBB4-5CC6-BD2A-7CF6-133153DEF701}"/>
              </a:ext>
            </a:extLst>
          </p:cNvPr>
          <p:cNvSpPr txBox="1"/>
          <p:nvPr/>
        </p:nvSpPr>
        <p:spPr>
          <a:xfrm>
            <a:off x="88934" y="102066"/>
            <a:ext cx="21354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00FF"/>
                </a:solidFill>
              </a:rPr>
              <a:t>@ Main figures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911AEA8-E5B4-D502-092D-5BE6BC2373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8128" y="751163"/>
            <a:ext cx="1823085" cy="566675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09AADE7-A9E9-F14A-F7B6-45978DEEC3A1}"/>
              </a:ext>
            </a:extLst>
          </p:cNvPr>
          <p:cNvSpPr txBox="1"/>
          <p:nvPr/>
        </p:nvSpPr>
        <p:spPr>
          <a:xfrm>
            <a:off x="8041160" y="6448698"/>
            <a:ext cx="330925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R9_2_KC_Cell_type_umap_plot_split.pdf</a:t>
            </a:r>
          </a:p>
        </p:txBody>
      </p:sp>
    </p:spTree>
    <p:extLst>
      <p:ext uri="{BB962C8B-B14F-4D97-AF65-F5344CB8AC3E}">
        <p14:creationId xmlns:p14="http://schemas.microsoft.com/office/powerpoint/2010/main" val="15354518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C8D6FA2-9D21-A8AE-194E-4324D5B6A0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8453" y="0"/>
            <a:ext cx="6153873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9A7240B-DBBD-051C-8A33-944EBE18B2A3}"/>
              </a:ext>
            </a:extLst>
          </p:cNvPr>
          <p:cNvSpPr txBox="1"/>
          <p:nvPr/>
        </p:nvSpPr>
        <p:spPr>
          <a:xfrm>
            <a:off x="88934" y="102066"/>
            <a:ext cx="21354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00FF"/>
                </a:solidFill>
              </a:rPr>
              <a:t>@ Supp.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248157-98ED-E10E-E6CD-8A8C3C334AD5}"/>
              </a:ext>
            </a:extLst>
          </p:cNvPr>
          <p:cNvSpPr txBox="1"/>
          <p:nvPr/>
        </p:nvSpPr>
        <p:spPr>
          <a:xfrm>
            <a:off x="7806381" y="6061675"/>
            <a:ext cx="305520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R4_6.4_marker_gene_seurat_reclustered.pdf</a:t>
            </a:r>
          </a:p>
        </p:txBody>
      </p:sp>
    </p:spTree>
    <p:extLst>
      <p:ext uri="{BB962C8B-B14F-4D97-AF65-F5344CB8AC3E}">
        <p14:creationId xmlns:p14="http://schemas.microsoft.com/office/powerpoint/2010/main" val="13860089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A342057-BFCD-AF44-8BF0-3691071438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091" y="2076630"/>
            <a:ext cx="5268389" cy="296091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1C3325-63FF-3E1E-6B67-84D60CE66ECC}"/>
              </a:ext>
            </a:extLst>
          </p:cNvPr>
          <p:cNvSpPr txBox="1"/>
          <p:nvPr/>
        </p:nvSpPr>
        <p:spPr>
          <a:xfrm>
            <a:off x="6373091" y="1402433"/>
            <a:ext cx="549231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R4_7.1_study_cell_type_percent_ratio_with_curve_new_sample_nor.pdf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1D96B4-8987-7306-969E-7BE2112638C1}"/>
              </a:ext>
            </a:extLst>
          </p:cNvPr>
          <p:cNvSpPr txBox="1"/>
          <p:nvPr/>
        </p:nvSpPr>
        <p:spPr>
          <a:xfrm>
            <a:off x="176019" y="66747"/>
            <a:ext cx="21354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00FF"/>
                </a:solidFill>
              </a:rPr>
              <a:t>@ Sup.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0656BA-6068-94C9-A373-93D6DF452E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590" y="897379"/>
            <a:ext cx="5769410" cy="451674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3C2ED0B-BBFE-25BB-9CF0-2B53ACDC4FE1}"/>
              </a:ext>
            </a:extLst>
          </p:cNvPr>
          <p:cNvSpPr txBox="1"/>
          <p:nvPr/>
        </p:nvSpPr>
        <p:spPr>
          <a:xfrm>
            <a:off x="1467365" y="5455567"/>
            <a:ext cx="306756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R9_3_KC_study_umap_plot.pdf</a:t>
            </a:r>
          </a:p>
        </p:txBody>
      </p:sp>
    </p:spTree>
    <p:extLst>
      <p:ext uri="{BB962C8B-B14F-4D97-AF65-F5344CB8AC3E}">
        <p14:creationId xmlns:p14="http://schemas.microsoft.com/office/powerpoint/2010/main" val="28194607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A205188-AFE0-09F6-5356-B2F369FBCC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1069" y="617838"/>
            <a:ext cx="5780513" cy="583774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EC46D56-608D-8F01-377B-6FBD7E9D2139}"/>
              </a:ext>
            </a:extLst>
          </p:cNvPr>
          <p:cNvSpPr txBox="1"/>
          <p:nvPr/>
        </p:nvSpPr>
        <p:spPr>
          <a:xfrm>
            <a:off x="9231085" y="6474398"/>
            <a:ext cx="296091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R5_14_metaneighbor_plot.pdf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F1535A-1160-02F4-22C3-297C70C4D5AE}"/>
              </a:ext>
            </a:extLst>
          </p:cNvPr>
          <p:cNvSpPr txBox="1"/>
          <p:nvPr/>
        </p:nvSpPr>
        <p:spPr>
          <a:xfrm>
            <a:off x="4893162" y="117736"/>
            <a:ext cx="1202838" cy="410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00FF"/>
                </a:solidFill>
              </a:rPr>
              <a:t>@ Sup.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6BBF5D-800A-BA33-3634-ACA0E3C9B451}"/>
              </a:ext>
            </a:extLst>
          </p:cNvPr>
          <p:cNvSpPr txBox="1"/>
          <p:nvPr/>
        </p:nvSpPr>
        <p:spPr>
          <a:xfrm>
            <a:off x="1019025" y="5564991"/>
            <a:ext cx="3048000" cy="344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R5_B_3_metaneighbor_plot.pdf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839BF71-B834-FDBB-3310-2BE2745310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648" y="523099"/>
            <a:ext cx="4586514" cy="481394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35AC3A1-1063-3A2A-A6B3-8A6996999C56}"/>
              </a:ext>
            </a:extLst>
          </p:cNvPr>
          <p:cNvSpPr txBox="1"/>
          <p:nvPr/>
        </p:nvSpPr>
        <p:spPr>
          <a:xfrm>
            <a:off x="124295" y="122989"/>
            <a:ext cx="21354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00FF"/>
                </a:solidFill>
              </a:rPr>
              <a:t>@ Main figures</a:t>
            </a:r>
          </a:p>
        </p:txBody>
      </p:sp>
    </p:spTree>
    <p:extLst>
      <p:ext uri="{BB962C8B-B14F-4D97-AF65-F5344CB8AC3E}">
        <p14:creationId xmlns:p14="http://schemas.microsoft.com/office/powerpoint/2010/main" val="5008037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C56DDA6-2766-D4DC-D704-12FC9B5A5460}"/>
              </a:ext>
            </a:extLst>
          </p:cNvPr>
          <p:cNvSpPr txBox="1"/>
          <p:nvPr/>
        </p:nvSpPr>
        <p:spPr>
          <a:xfrm>
            <a:off x="65106" y="4426557"/>
            <a:ext cx="14401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R7_FsEpi_3_umap_lineages_plot.pdf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6F9D2D-1150-4FF5-8004-096E54D3FA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4818" y="781675"/>
            <a:ext cx="2929563" cy="264448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223478F-7E6B-E634-3698-E923069CE2DC}"/>
              </a:ext>
            </a:extLst>
          </p:cNvPr>
          <p:cNvSpPr txBox="1"/>
          <p:nvPr/>
        </p:nvSpPr>
        <p:spPr>
          <a:xfrm>
            <a:off x="234692" y="1617124"/>
            <a:ext cx="1242418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rgbClr val="FF0000"/>
                </a:solidFill>
              </a:rPr>
              <a:t>R7_FsEpi_3_umap_lineages_plot_anno.pdf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CE3561-8819-F1B3-682D-FB11AB195062}"/>
              </a:ext>
            </a:extLst>
          </p:cNvPr>
          <p:cNvSpPr txBox="1"/>
          <p:nvPr/>
        </p:nvSpPr>
        <p:spPr>
          <a:xfrm>
            <a:off x="88934" y="102066"/>
            <a:ext cx="21354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00FF"/>
                </a:solidFill>
              </a:rPr>
              <a:t>@ Main figures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01BD88A-67CC-B2B7-5426-2A813097CF5E}"/>
              </a:ext>
            </a:extLst>
          </p:cNvPr>
          <p:cNvGrpSpPr/>
          <p:nvPr/>
        </p:nvGrpSpPr>
        <p:grpSpPr>
          <a:xfrm>
            <a:off x="1678858" y="3537088"/>
            <a:ext cx="3057204" cy="2644483"/>
            <a:chOff x="1610419" y="3908134"/>
            <a:chExt cx="3057204" cy="2644483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3063457B-41F6-0EE8-CFC2-16CCBCC7017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10419" y="3908134"/>
              <a:ext cx="2916764" cy="2644483"/>
            </a:xfrm>
            <a:prstGeom prst="rect">
              <a:avLst/>
            </a:prstGeom>
          </p:spPr>
        </p:pic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9AC2E91-F2C5-764F-DBDC-C7223EA66766}"/>
                </a:ext>
              </a:extLst>
            </p:cNvPr>
            <p:cNvSpPr/>
            <p:nvPr/>
          </p:nvSpPr>
          <p:spPr>
            <a:xfrm>
              <a:off x="2216987" y="4674493"/>
              <a:ext cx="136634" cy="136634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4D3989FC-325A-1F2B-5AE1-2699ED1D4470}"/>
                </a:ext>
              </a:extLst>
            </p:cNvPr>
            <p:cNvSpPr/>
            <p:nvPr/>
          </p:nvSpPr>
          <p:spPr>
            <a:xfrm>
              <a:off x="3272636" y="4238652"/>
              <a:ext cx="136634" cy="136634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D816A918-FDC0-05EB-C5BF-AC79BF0BABA6}"/>
                </a:ext>
              </a:extLst>
            </p:cNvPr>
            <p:cNvSpPr/>
            <p:nvPr/>
          </p:nvSpPr>
          <p:spPr>
            <a:xfrm>
              <a:off x="3976596" y="4345178"/>
              <a:ext cx="136634" cy="136634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4928663C-6377-7316-4982-84C1F8A3D71C}"/>
                </a:ext>
              </a:extLst>
            </p:cNvPr>
            <p:cNvSpPr/>
            <p:nvPr/>
          </p:nvSpPr>
          <p:spPr>
            <a:xfrm>
              <a:off x="3990708" y="4783433"/>
              <a:ext cx="136634" cy="136634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6D086EF-64A4-8A7C-54D2-35D30B15C38D}"/>
                </a:ext>
              </a:extLst>
            </p:cNvPr>
            <p:cNvSpPr/>
            <p:nvPr/>
          </p:nvSpPr>
          <p:spPr>
            <a:xfrm>
              <a:off x="2635167" y="5739087"/>
              <a:ext cx="136634" cy="136634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B09FF04-CDBB-F7C3-10C9-597639C67DF2}"/>
                </a:ext>
              </a:extLst>
            </p:cNvPr>
            <p:cNvSpPr txBox="1"/>
            <p:nvPr/>
          </p:nvSpPr>
          <p:spPr>
            <a:xfrm>
              <a:off x="2723791" y="5775876"/>
              <a:ext cx="754683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b="1" dirty="0">
                  <a:solidFill>
                    <a:srgbClr val="FF0000"/>
                  </a:solidFill>
                </a:rPr>
                <a:t>Path_3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ACE0BEC-788A-C7C0-FED0-5CC220A61204}"/>
                </a:ext>
              </a:extLst>
            </p:cNvPr>
            <p:cNvSpPr txBox="1"/>
            <p:nvPr/>
          </p:nvSpPr>
          <p:spPr>
            <a:xfrm>
              <a:off x="3775891" y="4028764"/>
              <a:ext cx="754683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b="1" dirty="0">
                  <a:solidFill>
                    <a:srgbClr val="FF0000"/>
                  </a:solidFill>
                </a:rPr>
                <a:t>Path_2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6B3B348-3FCB-6042-E68D-AED9A61578C6}"/>
                </a:ext>
              </a:extLst>
            </p:cNvPr>
            <p:cNvSpPr txBox="1"/>
            <p:nvPr/>
          </p:nvSpPr>
          <p:spPr>
            <a:xfrm>
              <a:off x="3912940" y="4489826"/>
              <a:ext cx="754683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b="1" dirty="0">
                  <a:solidFill>
                    <a:srgbClr val="FF0000"/>
                  </a:solidFill>
                </a:rPr>
                <a:t>Path_1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15B454F-0968-A5F7-2DB4-781C28E146FC}"/>
                </a:ext>
              </a:extLst>
            </p:cNvPr>
            <p:cNvSpPr/>
            <p:nvPr/>
          </p:nvSpPr>
          <p:spPr>
            <a:xfrm>
              <a:off x="3740861" y="5178000"/>
              <a:ext cx="136634" cy="136634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3A42AFF-B265-FA7A-6053-57C1E9DA4255}"/>
                </a:ext>
              </a:extLst>
            </p:cNvPr>
            <p:cNvSpPr txBox="1"/>
            <p:nvPr/>
          </p:nvSpPr>
          <p:spPr>
            <a:xfrm>
              <a:off x="3861124" y="5182447"/>
              <a:ext cx="754683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b="1" dirty="0">
                  <a:solidFill>
                    <a:srgbClr val="FF0000"/>
                  </a:solidFill>
                </a:rPr>
                <a:t>Path_5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35A9421-4CB0-CDF7-DBE2-323838DDFA86}"/>
                </a:ext>
              </a:extLst>
            </p:cNvPr>
            <p:cNvSpPr txBox="1"/>
            <p:nvPr/>
          </p:nvSpPr>
          <p:spPr>
            <a:xfrm>
              <a:off x="3031928" y="3930875"/>
              <a:ext cx="754683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b="1" dirty="0">
                  <a:solidFill>
                    <a:srgbClr val="FF0000"/>
                  </a:solidFill>
                </a:rPr>
                <a:t>Path_4</a:t>
              </a: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88836B11-110A-DBFD-31C9-8ABB0678B2D5}"/>
              </a:ext>
            </a:extLst>
          </p:cNvPr>
          <p:cNvSpPr txBox="1"/>
          <p:nvPr/>
        </p:nvSpPr>
        <p:spPr>
          <a:xfrm>
            <a:off x="2982563" y="443121"/>
            <a:ext cx="8995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FsEpi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2443E4-1A3E-F6AF-64FE-87BF9B69D220}"/>
              </a:ext>
            </a:extLst>
          </p:cNvPr>
          <p:cNvSpPr txBox="1"/>
          <p:nvPr/>
        </p:nvSpPr>
        <p:spPr>
          <a:xfrm>
            <a:off x="4852016" y="6285924"/>
            <a:ext cx="248796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1" dirty="0">
                <a:solidFill>
                  <a:srgbClr val="FF0000"/>
                </a:solidFill>
              </a:rPr>
              <a:t>R7_FibHSE_3_umap_lineages_plot.pdf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B6B271-6D68-D14E-B75D-2CC97BC08093}"/>
              </a:ext>
            </a:extLst>
          </p:cNvPr>
          <p:cNvSpPr txBox="1"/>
          <p:nvPr/>
        </p:nvSpPr>
        <p:spPr>
          <a:xfrm>
            <a:off x="5929721" y="443121"/>
            <a:ext cx="8995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FibHSE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6BB487-0F78-BBF4-E50A-92D241FB1F3B}"/>
              </a:ext>
            </a:extLst>
          </p:cNvPr>
          <p:cNvSpPr txBox="1"/>
          <p:nvPr/>
        </p:nvSpPr>
        <p:spPr>
          <a:xfrm>
            <a:off x="4852016" y="6539840"/>
            <a:ext cx="2927331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1" dirty="0">
                <a:solidFill>
                  <a:srgbClr val="FF0000"/>
                </a:solidFill>
              </a:rPr>
              <a:t>R7_FibHSE_3_umap_lineages_plot_anno.pdf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C28954A-4FE9-769A-0216-4F4CF9898E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6062" y="781675"/>
            <a:ext cx="2945195" cy="2647325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85C32AD3-8FDA-D099-1F60-55396F0515A9}"/>
              </a:ext>
            </a:extLst>
          </p:cNvPr>
          <p:cNvGrpSpPr/>
          <p:nvPr/>
        </p:nvGrpSpPr>
        <p:grpSpPr>
          <a:xfrm>
            <a:off x="4727347" y="3524298"/>
            <a:ext cx="3010723" cy="2701946"/>
            <a:chOff x="7892178" y="3443246"/>
            <a:chExt cx="3010723" cy="2701946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ECC3C4E3-980F-10DC-D70C-EA6437ED072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892178" y="3443246"/>
              <a:ext cx="2969876" cy="2701946"/>
            </a:xfrm>
            <a:prstGeom prst="rect">
              <a:avLst/>
            </a:prstGeom>
          </p:spPr>
        </p:pic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9DED3407-D90F-18D8-1E69-311740072395}"/>
                </a:ext>
              </a:extLst>
            </p:cNvPr>
            <p:cNvSpPr/>
            <p:nvPr/>
          </p:nvSpPr>
          <p:spPr>
            <a:xfrm>
              <a:off x="8460117" y="4316993"/>
              <a:ext cx="136634" cy="136634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1CFCA4B8-482A-9836-2BEF-4D9EF5C4ADEE}"/>
                </a:ext>
              </a:extLst>
            </p:cNvPr>
            <p:cNvSpPr/>
            <p:nvPr/>
          </p:nvSpPr>
          <p:spPr>
            <a:xfrm>
              <a:off x="10457243" y="4413421"/>
              <a:ext cx="136634" cy="136634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57543243-3E49-0334-138D-8EF75596A4CA}"/>
                </a:ext>
              </a:extLst>
            </p:cNvPr>
            <p:cNvSpPr/>
            <p:nvPr/>
          </p:nvSpPr>
          <p:spPr>
            <a:xfrm>
              <a:off x="8952961" y="5196052"/>
              <a:ext cx="136634" cy="136634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22BCA50-FE09-529D-9DC3-C0CA965C5B06}"/>
                </a:ext>
              </a:extLst>
            </p:cNvPr>
            <p:cNvSpPr txBox="1"/>
            <p:nvPr/>
          </p:nvSpPr>
          <p:spPr>
            <a:xfrm>
              <a:off x="8712301" y="5281963"/>
              <a:ext cx="754683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b="1" dirty="0">
                  <a:solidFill>
                    <a:srgbClr val="FF0000"/>
                  </a:solidFill>
                </a:rPr>
                <a:t>Path_2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272673E-2348-3375-CE2D-5BAB4CA15307}"/>
                </a:ext>
              </a:extLst>
            </p:cNvPr>
            <p:cNvSpPr txBox="1"/>
            <p:nvPr/>
          </p:nvSpPr>
          <p:spPr>
            <a:xfrm>
              <a:off x="10148218" y="4105644"/>
              <a:ext cx="754683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b="1" dirty="0">
                  <a:solidFill>
                    <a:srgbClr val="FF0000"/>
                  </a:solidFill>
                </a:rPr>
                <a:t>Path_1</a:t>
              </a: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0C392AE7-A1F5-5197-16A8-0CDE46A0FDCC}"/>
              </a:ext>
            </a:extLst>
          </p:cNvPr>
          <p:cNvSpPr txBox="1"/>
          <p:nvPr/>
        </p:nvSpPr>
        <p:spPr>
          <a:xfrm>
            <a:off x="8313203" y="6459841"/>
            <a:ext cx="3022671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1" dirty="0">
                <a:solidFill>
                  <a:srgbClr val="FF0000"/>
                </a:solidFill>
              </a:rPr>
              <a:t>R7_PmtHEE_3.1_umap_lineages_plot.pdf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61F9600-6405-59D9-E135-64DC5249E1DD}"/>
              </a:ext>
            </a:extLst>
          </p:cNvPr>
          <p:cNvSpPr txBox="1"/>
          <p:nvPr/>
        </p:nvSpPr>
        <p:spPr>
          <a:xfrm>
            <a:off x="8381905" y="6183916"/>
            <a:ext cx="295397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>
                <a:solidFill>
                  <a:srgbClr val="FF0000"/>
                </a:solidFill>
              </a:rPr>
              <a:t>R7_PmtHEE_3.1_umap_lineages_plot_anno.pdf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FD830F3D-C552-CA9A-6410-79A516EBD98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2938" y="792700"/>
            <a:ext cx="2937487" cy="2646720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21172E79-4A3D-8BAA-9E9D-52AD3E90F820}"/>
              </a:ext>
            </a:extLst>
          </p:cNvPr>
          <p:cNvSpPr txBox="1"/>
          <p:nvPr/>
        </p:nvSpPr>
        <p:spPr>
          <a:xfrm>
            <a:off x="9026984" y="443121"/>
            <a:ext cx="17060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PmtHEE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9243D8AB-B0BA-7D6B-39DD-D3A2CE7A6546}"/>
              </a:ext>
            </a:extLst>
          </p:cNvPr>
          <p:cNvGrpSpPr/>
          <p:nvPr/>
        </p:nvGrpSpPr>
        <p:grpSpPr>
          <a:xfrm>
            <a:off x="7831815" y="3524298"/>
            <a:ext cx="2964394" cy="2657273"/>
            <a:chOff x="2006322" y="3543654"/>
            <a:chExt cx="3201838" cy="2870117"/>
          </a:xfrm>
        </p:grpSpPr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6FB8BCC4-2AD2-9E34-F6B9-0AF954A146D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006322" y="3545880"/>
              <a:ext cx="3190579" cy="2867891"/>
            </a:xfrm>
            <a:prstGeom prst="rect">
              <a:avLst/>
            </a:prstGeom>
          </p:spPr>
        </p:pic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8B9407C9-4B22-CC33-2B16-630952ADCC73}"/>
                </a:ext>
              </a:extLst>
            </p:cNvPr>
            <p:cNvSpPr/>
            <p:nvPr/>
          </p:nvSpPr>
          <p:spPr>
            <a:xfrm>
              <a:off x="3516087" y="4794059"/>
              <a:ext cx="136634" cy="136634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8A130C13-24D4-E0B8-F9E1-2F89D62BADB8}"/>
                </a:ext>
              </a:extLst>
            </p:cNvPr>
            <p:cNvSpPr/>
            <p:nvPr/>
          </p:nvSpPr>
          <p:spPr>
            <a:xfrm>
              <a:off x="4697920" y="3941433"/>
              <a:ext cx="136634" cy="136634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1EF6E40C-CEA2-AA43-E4A3-248F5363F870}"/>
                </a:ext>
              </a:extLst>
            </p:cNvPr>
            <p:cNvSpPr/>
            <p:nvPr/>
          </p:nvSpPr>
          <p:spPr>
            <a:xfrm>
              <a:off x="4127447" y="3887100"/>
              <a:ext cx="136634" cy="136634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D355FD06-8544-CCE4-CBCE-CE39D4541ACD}"/>
                </a:ext>
              </a:extLst>
            </p:cNvPr>
            <p:cNvSpPr txBox="1"/>
            <p:nvPr/>
          </p:nvSpPr>
          <p:spPr>
            <a:xfrm>
              <a:off x="4453477" y="3620956"/>
              <a:ext cx="754683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b="1" dirty="0">
                  <a:solidFill>
                    <a:srgbClr val="FF0000"/>
                  </a:solidFill>
                </a:rPr>
                <a:t>Path_1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9C8DE31-8E74-1A4C-9C34-23670290669C}"/>
                </a:ext>
              </a:extLst>
            </p:cNvPr>
            <p:cNvSpPr txBox="1"/>
            <p:nvPr/>
          </p:nvSpPr>
          <p:spPr>
            <a:xfrm>
              <a:off x="3841242" y="3543654"/>
              <a:ext cx="754683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b="1" dirty="0">
                  <a:solidFill>
                    <a:srgbClr val="FF0000"/>
                  </a:solidFill>
                </a:rPr>
                <a:t>Path_3</a:t>
              </a: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16E80C39-776B-F15D-E0C1-66E02A3B1D07}"/>
                </a:ext>
              </a:extLst>
            </p:cNvPr>
            <p:cNvSpPr/>
            <p:nvPr/>
          </p:nvSpPr>
          <p:spPr>
            <a:xfrm>
              <a:off x="4727700" y="4467153"/>
              <a:ext cx="136634" cy="136634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C7B46929-7C70-09AD-F8C7-6249A5E8C0E6}"/>
                </a:ext>
              </a:extLst>
            </p:cNvPr>
            <p:cNvSpPr txBox="1"/>
            <p:nvPr/>
          </p:nvSpPr>
          <p:spPr>
            <a:xfrm>
              <a:off x="4447193" y="4159376"/>
              <a:ext cx="754683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b="1" dirty="0">
                  <a:solidFill>
                    <a:srgbClr val="FF0000"/>
                  </a:solidFill>
                </a:rPr>
                <a:t>Path_2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902407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8548979-6161-A60F-F266-939BCE501A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0228" y="964394"/>
            <a:ext cx="5606143" cy="492921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39A2719-F70B-6AEF-F1EB-EA40534F5FD1}"/>
              </a:ext>
            </a:extLst>
          </p:cNvPr>
          <p:cNvSpPr txBox="1"/>
          <p:nvPr/>
        </p:nvSpPr>
        <p:spPr>
          <a:xfrm>
            <a:off x="7389584" y="6074421"/>
            <a:ext cx="328022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R8_3_KC_umap_paths_plot.pdf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DB1578-B566-D7B4-16D3-A1F3AB45144A}"/>
              </a:ext>
            </a:extLst>
          </p:cNvPr>
          <p:cNvSpPr txBox="1"/>
          <p:nvPr/>
        </p:nvSpPr>
        <p:spPr>
          <a:xfrm>
            <a:off x="101599" y="4421628"/>
            <a:ext cx="18218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R7_3_KC_umap_lineages_plot.pdf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F68D4B-3847-A69E-6221-B7DCEA277F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8597" y="989959"/>
            <a:ext cx="2866889" cy="261026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332106E-DC42-1360-1A88-75F5814190B7}"/>
              </a:ext>
            </a:extLst>
          </p:cNvPr>
          <p:cNvSpPr txBox="1"/>
          <p:nvPr/>
        </p:nvSpPr>
        <p:spPr>
          <a:xfrm>
            <a:off x="32815" y="1803465"/>
            <a:ext cx="195942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R7_3_KC_umap_lineages_plot_anno.pdf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3EF5187-5DF1-BCEB-8BA7-636A5727363F}"/>
              </a:ext>
            </a:extLst>
          </p:cNvPr>
          <p:cNvGrpSpPr/>
          <p:nvPr/>
        </p:nvGrpSpPr>
        <p:grpSpPr>
          <a:xfrm>
            <a:off x="2198597" y="3625785"/>
            <a:ext cx="3183300" cy="2617913"/>
            <a:chOff x="2198597" y="3625785"/>
            <a:chExt cx="3183300" cy="261791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FAC40B5-819A-E871-9A9D-80D3E450D01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98597" y="3625785"/>
              <a:ext cx="2866889" cy="2617913"/>
            </a:xfrm>
            <a:prstGeom prst="rect">
              <a:avLst/>
            </a:prstGeom>
          </p:spPr>
        </p:pic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6BB2EDD1-CBBD-261D-BF8B-CF44A189BFC9}"/>
                </a:ext>
              </a:extLst>
            </p:cNvPr>
            <p:cNvSpPr/>
            <p:nvPr/>
          </p:nvSpPr>
          <p:spPr>
            <a:xfrm>
              <a:off x="2769138" y="4439699"/>
              <a:ext cx="136634" cy="136634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BB739972-A9AE-AF93-2537-6FF0BF2388DC}"/>
                </a:ext>
              </a:extLst>
            </p:cNvPr>
            <p:cNvSpPr/>
            <p:nvPr/>
          </p:nvSpPr>
          <p:spPr>
            <a:xfrm>
              <a:off x="3841625" y="3978755"/>
              <a:ext cx="136634" cy="136634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F61E2D9B-B003-1BE1-95EF-1767F830E435}"/>
                </a:ext>
              </a:extLst>
            </p:cNvPr>
            <p:cNvSpPr/>
            <p:nvPr/>
          </p:nvSpPr>
          <p:spPr>
            <a:xfrm>
              <a:off x="4630516" y="4023105"/>
              <a:ext cx="136634" cy="136634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AD9A84AA-D844-B408-A311-568AADDA1389}"/>
                </a:ext>
              </a:extLst>
            </p:cNvPr>
            <p:cNvSpPr/>
            <p:nvPr/>
          </p:nvSpPr>
          <p:spPr>
            <a:xfrm>
              <a:off x="4583150" y="4498164"/>
              <a:ext cx="136634" cy="136634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94D5A1A6-A451-86AE-09ED-36BB99E6D1F9}"/>
                </a:ext>
              </a:extLst>
            </p:cNvPr>
            <p:cNvSpPr/>
            <p:nvPr/>
          </p:nvSpPr>
          <p:spPr>
            <a:xfrm>
              <a:off x="3200688" y="5374834"/>
              <a:ext cx="136634" cy="136634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0436002-14CF-939E-689C-0A84CF70C5D2}"/>
                </a:ext>
              </a:extLst>
            </p:cNvPr>
            <p:cNvSpPr txBox="1"/>
            <p:nvPr/>
          </p:nvSpPr>
          <p:spPr>
            <a:xfrm>
              <a:off x="4396245" y="3721769"/>
              <a:ext cx="98565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b="1" dirty="0">
                  <a:solidFill>
                    <a:srgbClr val="FF0000"/>
                  </a:solidFill>
                </a:rPr>
                <a:t>Path_1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55BC90D-E013-D9A2-AC5C-D7CC2A9F909A}"/>
                </a:ext>
              </a:extLst>
            </p:cNvPr>
            <p:cNvSpPr txBox="1"/>
            <p:nvPr/>
          </p:nvSpPr>
          <p:spPr>
            <a:xfrm>
              <a:off x="4354972" y="4214082"/>
              <a:ext cx="98565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b="1" dirty="0">
                  <a:solidFill>
                    <a:srgbClr val="FF0000"/>
                  </a:solidFill>
                </a:rPr>
                <a:t>Path_2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8EEF7DA-45A9-2E33-1F32-48C7A3F5A9EE}"/>
                </a:ext>
              </a:extLst>
            </p:cNvPr>
            <p:cNvSpPr txBox="1"/>
            <p:nvPr/>
          </p:nvSpPr>
          <p:spPr>
            <a:xfrm>
              <a:off x="3206206" y="3858783"/>
              <a:ext cx="98565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b="1" dirty="0">
                  <a:solidFill>
                    <a:srgbClr val="FF0000"/>
                  </a:solidFill>
                </a:rPr>
                <a:t>Path_3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12A1344-309D-7B13-EBC5-CDA27DA8FE54}"/>
                </a:ext>
              </a:extLst>
            </p:cNvPr>
            <p:cNvSpPr txBox="1"/>
            <p:nvPr/>
          </p:nvSpPr>
          <p:spPr>
            <a:xfrm>
              <a:off x="3291271" y="5357579"/>
              <a:ext cx="98565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b="1" dirty="0">
                  <a:solidFill>
                    <a:srgbClr val="FF0000"/>
                  </a:solidFill>
                </a:rPr>
                <a:t>Path_4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FBC70F9F-5283-953D-FE84-084F31F8AC8A}"/>
              </a:ext>
            </a:extLst>
          </p:cNvPr>
          <p:cNvSpPr txBox="1"/>
          <p:nvPr/>
        </p:nvSpPr>
        <p:spPr>
          <a:xfrm>
            <a:off x="88934" y="102066"/>
            <a:ext cx="21354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00FF"/>
                </a:solidFill>
              </a:rPr>
              <a:t>@ Supp.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09AFFF6-8E5A-C3C9-2BC6-B76634458625}"/>
              </a:ext>
            </a:extLst>
          </p:cNvPr>
          <p:cNvSpPr txBox="1"/>
          <p:nvPr/>
        </p:nvSpPr>
        <p:spPr>
          <a:xfrm>
            <a:off x="3460155" y="569456"/>
            <a:ext cx="8995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432FF"/>
                </a:solidFill>
              </a:rPr>
              <a:t>All KCs</a:t>
            </a:r>
          </a:p>
        </p:txBody>
      </p:sp>
    </p:spTree>
    <p:extLst>
      <p:ext uri="{BB962C8B-B14F-4D97-AF65-F5344CB8AC3E}">
        <p14:creationId xmlns:p14="http://schemas.microsoft.com/office/powerpoint/2010/main" val="27706379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D61D41-AC79-9EDB-FF16-FC8C51C59FB9}"/>
              </a:ext>
            </a:extLst>
          </p:cNvPr>
          <p:cNvSpPr txBox="1"/>
          <p:nvPr/>
        </p:nvSpPr>
        <p:spPr>
          <a:xfrm>
            <a:off x="2155348" y="760307"/>
            <a:ext cx="2426236" cy="274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R8_3_FsEpi_umap_paths_plot.pdf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CB93D5-4E78-59CA-4BB1-03ABFE013E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755" y="1260388"/>
            <a:ext cx="5387423" cy="343316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66EAEDD-9503-CD25-19F0-EDFC5E9CEFBF}"/>
              </a:ext>
            </a:extLst>
          </p:cNvPr>
          <p:cNvSpPr txBox="1"/>
          <p:nvPr/>
        </p:nvSpPr>
        <p:spPr>
          <a:xfrm>
            <a:off x="88934" y="102066"/>
            <a:ext cx="21354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00FF"/>
                </a:solidFill>
              </a:rPr>
              <a:t>@ Supp.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0DC3A8-0357-D3B9-5EC4-4A6D38BA6125}"/>
              </a:ext>
            </a:extLst>
          </p:cNvPr>
          <p:cNvSpPr txBox="1"/>
          <p:nvPr/>
        </p:nvSpPr>
        <p:spPr>
          <a:xfrm>
            <a:off x="8294127" y="148232"/>
            <a:ext cx="396230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R8_3_FibHSE_umap_paths_plot.pdf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046CB4-0732-1355-B273-56A1F0BD61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0076" y="592439"/>
            <a:ext cx="3855497" cy="18789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C3A6162-D12D-D955-9D39-8242133570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2412" y="3429000"/>
            <a:ext cx="3880933" cy="338521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A69D038-AA4B-9280-1C97-6D9720666F2C}"/>
              </a:ext>
            </a:extLst>
          </p:cNvPr>
          <p:cNvSpPr txBox="1"/>
          <p:nvPr/>
        </p:nvSpPr>
        <p:spPr>
          <a:xfrm>
            <a:off x="8833242" y="3152001"/>
            <a:ext cx="323010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R8_3_PmtHEE_umap_paths_plot.pdf</a:t>
            </a:r>
          </a:p>
        </p:txBody>
      </p:sp>
    </p:spTree>
    <p:extLst>
      <p:ext uri="{BB962C8B-B14F-4D97-AF65-F5344CB8AC3E}">
        <p14:creationId xmlns:p14="http://schemas.microsoft.com/office/powerpoint/2010/main" val="21476722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C2EE7E2-5277-989C-9639-78EE12DF3EE5}"/>
              </a:ext>
            </a:extLst>
          </p:cNvPr>
          <p:cNvSpPr txBox="1"/>
          <p:nvPr/>
        </p:nvSpPr>
        <p:spPr>
          <a:xfrm>
            <a:off x="88934" y="102066"/>
            <a:ext cx="21354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00FF"/>
                </a:solidFill>
              </a:rPr>
              <a:t>@ Main figures</a:t>
            </a:r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02D9F4AB-DDB7-0C73-A53A-418265045DC5}"/>
              </a:ext>
            </a:extLst>
          </p:cNvPr>
          <p:cNvGrpSpPr/>
          <p:nvPr/>
        </p:nvGrpSpPr>
        <p:grpSpPr>
          <a:xfrm>
            <a:off x="9096943" y="2720929"/>
            <a:ext cx="2057632" cy="1153214"/>
            <a:chOff x="9774957" y="2590902"/>
            <a:chExt cx="2057632" cy="1153214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DC45770-7CDD-930A-BFE8-36CAA6E852AD}"/>
                </a:ext>
              </a:extLst>
            </p:cNvPr>
            <p:cNvSpPr txBox="1"/>
            <p:nvPr/>
          </p:nvSpPr>
          <p:spPr>
            <a:xfrm>
              <a:off x="9774957" y="2590902"/>
              <a:ext cx="142858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/>
                <a:t>Trajectories:</a:t>
              </a:r>
            </a:p>
          </p:txBody>
        </p:sp>
        <p:cxnSp>
          <p:nvCxnSpPr>
            <p:cNvPr id="91" name="Straight Arrow Connector 90">
              <a:extLst>
                <a:ext uri="{FF2B5EF4-FFF2-40B4-BE49-F238E27FC236}">
                  <a16:creationId xmlns:a16="http://schemas.microsoft.com/office/drawing/2014/main" id="{1B4FB78E-BA31-D4A7-A57E-A232A3ABC813}"/>
                </a:ext>
              </a:extLst>
            </p:cNvPr>
            <p:cNvCxnSpPr>
              <a:cxnSpLocks/>
            </p:cNvCxnSpPr>
            <p:nvPr/>
          </p:nvCxnSpPr>
          <p:spPr>
            <a:xfrm>
              <a:off x="10205586" y="3091418"/>
              <a:ext cx="416622" cy="0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73D85E2C-3545-04D0-7A90-5A11873BF064}"/>
                </a:ext>
              </a:extLst>
            </p:cNvPr>
            <p:cNvCxnSpPr>
              <a:cxnSpLocks/>
            </p:cNvCxnSpPr>
            <p:nvPr/>
          </p:nvCxnSpPr>
          <p:spPr>
            <a:xfrm>
              <a:off x="10205586" y="3325634"/>
              <a:ext cx="416622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Arrow Connector 93">
              <a:extLst>
                <a:ext uri="{FF2B5EF4-FFF2-40B4-BE49-F238E27FC236}">
                  <a16:creationId xmlns:a16="http://schemas.microsoft.com/office/drawing/2014/main" id="{3E593C63-3A1D-02C3-924D-C38BCB51AF1A}"/>
                </a:ext>
              </a:extLst>
            </p:cNvPr>
            <p:cNvCxnSpPr>
              <a:cxnSpLocks/>
            </p:cNvCxnSpPr>
            <p:nvPr/>
          </p:nvCxnSpPr>
          <p:spPr>
            <a:xfrm>
              <a:off x="10205586" y="3559849"/>
              <a:ext cx="416622" cy="0"/>
            </a:xfrm>
            <a:prstGeom prst="straightConnector1">
              <a:avLst/>
            </a:prstGeom>
            <a:ln w="38100">
              <a:solidFill>
                <a:srgbClr val="0432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4F9620DE-01E2-1292-AFB8-6B08DDDCBD34}"/>
                </a:ext>
              </a:extLst>
            </p:cNvPr>
            <p:cNvSpPr txBox="1"/>
            <p:nvPr/>
          </p:nvSpPr>
          <p:spPr>
            <a:xfrm>
              <a:off x="10622208" y="2913119"/>
              <a:ext cx="1210381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dirty="0"/>
                <a:t>FsEpi</a:t>
              </a:r>
            </a:p>
            <a:p>
              <a:r>
                <a:rPr lang="en-US" sz="1600" dirty="0"/>
                <a:t>FibHSE</a:t>
              </a:r>
            </a:p>
            <a:p>
              <a:r>
                <a:rPr lang="en-US" sz="1600" dirty="0"/>
                <a:t>PmtHEE</a:t>
              </a:r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455E9C97-A189-6CE0-03A2-82105EC378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356" y="170796"/>
            <a:ext cx="6512561" cy="6279304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471B126-1B5B-944D-B6CE-217A9A798CFA}"/>
              </a:ext>
            </a:extLst>
          </p:cNvPr>
          <p:cNvCxnSpPr>
            <a:cxnSpLocks/>
          </p:cNvCxnSpPr>
          <p:nvPr/>
        </p:nvCxnSpPr>
        <p:spPr>
          <a:xfrm flipV="1">
            <a:off x="3418779" y="1428674"/>
            <a:ext cx="0" cy="873639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EAFA1E2-00DB-31F8-9829-B80647289F1E}"/>
              </a:ext>
            </a:extLst>
          </p:cNvPr>
          <p:cNvCxnSpPr>
            <a:cxnSpLocks/>
          </p:cNvCxnSpPr>
          <p:nvPr/>
        </p:nvCxnSpPr>
        <p:spPr>
          <a:xfrm>
            <a:off x="3636777" y="1471589"/>
            <a:ext cx="617825" cy="85140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7A50BB1-A428-F0B2-4056-D15EA328ACB4}"/>
              </a:ext>
            </a:extLst>
          </p:cNvPr>
          <p:cNvCxnSpPr>
            <a:cxnSpLocks/>
          </p:cNvCxnSpPr>
          <p:nvPr/>
        </p:nvCxnSpPr>
        <p:spPr>
          <a:xfrm>
            <a:off x="4432701" y="2679674"/>
            <a:ext cx="633719" cy="221047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429CB41-2316-5C05-C87F-4E48BBAFA38D}"/>
              </a:ext>
            </a:extLst>
          </p:cNvPr>
          <p:cNvCxnSpPr>
            <a:cxnSpLocks/>
          </p:cNvCxnSpPr>
          <p:nvPr/>
        </p:nvCxnSpPr>
        <p:spPr>
          <a:xfrm flipV="1">
            <a:off x="5702078" y="2439023"/>
            <a:ext cx="316860" cy="319700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89116B6-1FC0-7FFC-4EBE-C4719987DC5A}"/>
              </a:ext>
            </a:extLst>
          </p:cNvPr>
          <p:cNvCxnSpPr>
            <a:cxnSpLocks/>
          </p:cNvCxnSpPr>
          <p:nvPr/>
        </p:nvCxnSpPr>
        <p:spPr>
          <a:xfrm flipH="1" flipV="1">
            <a:off x="6018938" y="1226605"/>
            <a:ext cx="18604" cy="862587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EA4DE68-09FF-DC49-B0E1-54C660D29906}"/>
              </a:ext>
            </a:extLst>
          </p:cNvPr>
          <p:cNvCxnSpPr>
            <a:cxnSpLocks/>
          </p:cNvCxnSpPr>
          <p:nvPr/>
        </p:nvCxnSpPr>
        <p:spPr>
          <a:xfrm>
            <a:off x="5616251" y="2970096"/>
            <a:ext cx="614663" cy="437055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4F44DB4-6530-4E22-1201-44EB712C401D}"/>
              </a:ext>
            </a:extLst>
          </p:cNvPr>
          <p:cNvCxnSpPr>
            <a:cxnSpLocks/>
          </p:cNvCxnSpPr>
          <p:nvPr/>
        </p:nvCxnSpPr>
        <p:spPr>
          <a:xfrm>
            <a:off x="6655657" y="3574839"/>
            <a:ext cx="280652" cy="0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2CBB5BC-84C7-51C6-CFA5-339CC3DD2078}"/>
              </a:ext>
            </a:extLst>
          </p:cNvPr>
          <p:cNvCxnSpPr>
            <a:cxnSpLocks/>
          </p:cNvCxnSpPr>
          <p:nvPr/>
        </p:nvCxnSpPr>
        <p:spPr>
          <a:xfrm flipV="1">
            <a:off x="6473661" y="1946995"/>
            <a:ext cx="471428" cy="1477809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91ACD43-554C-ED2D-BB98-D9161EE923B1}"/>
              </a:ext>
            </a:extLst>
          </p:cNvPr>
          <p:cNvCxnSpPr>
            <a:cxnSpLocks/>
          </p:cNvCxnSpPr>
          <p:nvPr/>
        </p:nvCxnSpPr>
        <p:spPr>
          <a:xfrm flipV="1">
            <a:off x="7303056" y="1412789"/>
            <a:ext cx="510562" cy="452449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0608407-2F0F-E011-0B0A-14F92731F5B2}"/>
              </a:ext>
            </a:extLst>
          </p:cNvPr>
          <p:cNvCxnSpPr>
            <a:cxnSpLocks/>
          </p:cNvCxnSpPr>
          <p:nvPr/>
        </p:nvCxnSpPr>
        <p:spPr>
          <a:xfrm flipH="1">
            <a:off x="4585451" y="3701129"/>
            <a:ext cx="1768951" cy="1348232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75E944A-8123-24A8-584B-9884B78203F9}"/>
              </a:ext>
            </a:extLst>
          </p:cNvPr>
          <p:cNvCxnSpPr>
            <a:cxnSpLocks/>
          </p:cNvCxnSpPr>
          <p:nvPr/>
        </p:nvCxnSpPr>
        <p:spPr>
          <a:xfrm>
            <a:off x="7257757" y="2049844"/>
            <a:ext cx="636757" cy="464389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18E228D-106A-C6A6-6C46-3C9E97E0847E}"/>
              </a:ext>
            </a:extLst>
          </p:cNvPr>
          <p:cNvCxnSpPr>
            <a:cxnSpLocks/>
          </p:cNvCxnSpPr>
          <p:nvPr/>
        </p:nvCxnSpPr>
        <p:spPr>
          <a:xfrm flipV="1">
            <a:off x="3276210" y="1449350"/>
            <a:ext cx="0" cy="87363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F7D32517-BACA-0FF0-6CD9-83F549F7EF21}"/>
              </a:ext>
            </a:extLst>
          </p:cNvPr>
          <p:cNvCxnSpPr>
            <a:cxnSpLocks/>
          </p:cNvCxnSpPr>
          <p:nvPr/>
        </p:nvCxnSpPr>
        <p:spPr>
          <a:xfrm>
            <a:off x="3779346" y="1471589"/>
            <a:ext cx="597987" cy="78729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B37C0D18-4BF0-475D-4112-0D6CD94EB09E}"/>
              </a:ext>
            </a:extLst>
          </p:cNvPr>
          <p:cNvCxnSpPr>
            <a:cxnSpLocks/>
          </p:cNvCxnSpPr>
          <p:nvPr/>
        </p:nvCxnSpPr>
        <p:spPr>
          <a:xfrm>
            <a:off x="4610830" y="2602199"/>
            <a:ext cx="458562" cy="15652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9629867F-4418-2DAA-FB9F-91C21518C418}"/>
              </a:ext>
            </a:extLst>
          </p:cNvPr>
          <p:cNvCxnSpPr>
            <a:cxnSpLocks/>
          </p:cNvCxnSpPr>
          <p:nvPr/>
        </p:nvCxnSpPr>
        <p:spPr>
          <a:xfrm flipH="1">
            <a:off x="4432701" y="2974439"/>
            <a:ext cx="832896" cy="200229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06D2899C-E4E5-310E-E5C8-8E794F1C96B8}"/>
              </a:ext>
            </a:extLst>
          </p:cNvPr>
          <p:cNvCxnSpPr>
            <a:cxnSpLocks/>
          </p:cNvCxnSpPr>
          <p:nvPr/>
        </p:nvCxnSpPr>
        <p:spPr>
          <a:xfrm flipV="1">
            <a:off x="7324044" y="2728743"/>
            <a:ext cx="585460" cy="80469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Freeform 64">
            <a:extLst>
              <a:ext uri="{FF2B5EF4-FFF2-40B4-BE49-F238E27FC236}">
                <a16:creationId xmlns:a16="http://schemas.microsoft.com/office/drawing/2014/main" id="{B5C4E631-E678-BB68-30A6-0E51CAF0ECF3}"/>
              </a:ext>
            </a:extLst>
          </p:cNvPr>
          <p:cNvSpPr/>
          <p:nvPr/>
        </p:nvSpPr>
        <p:spPr>
          <a:xfrm>
            <a:off x="5273643" y="533784"/>
            <a:ext cx="2581203" cy="2149456"/>
          </a:xfrm>
          <a:custGeom>
            <a:avLst/>
            <a:gdLst>
              <a:gd name="connsiteX0" fmla="*/ 77846 w 2581203"/>
              <a:gd name="connsiteY0" fmla="*/ 2149456 h 2149456"/>
              <a:gd name="connsiteX1" fmla="*/ 47865 w 2581203"/>
              <a:gd name="connsiteY1" fmla="*/ 1819672 h 2149456"/>
              <a:gd name="connsiteX2" fmla="*/ 2895 w 2581203"/>
              <a:gd name="connsiteY2" fmla="*/ 1175095 h 2149456"/>
              <a:gd name="connsiteX3" fmla="*/ 137806 w 2581203"/>
              <a:gd name="connsiteY3" fmla="*/ 530518 h 2149456"/>
              <a:gd name="connsiteX4" fmla="*/ 542541 w 2581203"/>
              <a:gd name="connsiteY4" fmla="*/ 140774 h 2149456"/>
              <a:gd name="connsiteX5" fmla="*/ 1711773 w 2581203"/>
              <a:gd name="connsiteY5" fmla="*/ 20852 h 2149456"/>
              <a:gd name="connsiteX6" fmla="*/ 2581203 w 2581203"/>
              <a:gd name="connsiteY6" fmla="*/ 530518 h 2149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81203" h="2149456">
                <a:moveTo>
                  <a:pt x="77846" y="2149456"/>
                </a:moveTo>
                <a:cubicBezTo>
                  <a:pt x="69101" y="2065760"/>
                  <a:pt x="60357" y="1982065"/>
                  <a:pt x="47865" y="1819672"/>
                </a:cubicBezTo>
                <a:cubicBezTo>
                  <a:pt x="35373" y="1657278"/>
                  <a:pt x="-12095" y="1389954"/>
                  <a:pt x="2895" y="1175095"/>
                </a:cubicBezTo>
                <a:cubicBezTo>
                  <a:pt x="17885" y="960236"/>
                  <a:pt x="47865" y="702905"/>
                  <a:pt x="137806" y="530518"/>
                </a:cubicBezTo>
                <a:cubicBezTo>
                  <a:pt x="227747" y="358131"/>
                  <a:pt x="280213" y="225718"/>
                  <a:pt x="542541" y="140774"/>
                </a:cubicBezTo>
                <a:cubicBezTo>
                  <a:pt x="804869" y="55830"/>
                  <a:pt x="1371996" y="-44105"/>
                  <a:pt x="1711773" y="20852"/>
                </a:cubicBezTo>
                <a:cubicBezTo>
                  <a:pt x="2051550" y="85809"/>
                  <a:pt x="2316376" y="308163"/>
                  <a:pt x="2581203" y="530518"/>
                </a:cubicBezTo>
              </a:path>
            </a:pathLst>
          </a:cu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Freeform 65">
            <a:extLst>
              <a:ext uri="{FF2B5EF4-FFF2-40B4-BE49-F238E27FC236}">
                <a16:creationId xmlns:a16="http://schemas.microsoft.com/office/drawing/2014/main" id="{C0016148-4C37-BACD-93FF-0AFAAC3C65D4}"/>
              </a:ext>
            </a:extLst>
          </p:cNvPr>
          <p:cNvSpPr/>
          <p:nvPr/>
        </p:nvSpPr>
        <p:spPr>
          <a:xfrm>
            <a:off x="7510072" y="1424066"/>
            <a:ext cx="1063885" cy="2188564"/>
          </a:xfrm>
          <a:custGeom>
            <a:avLst/>
            <a:gdLst>
              <a:gd name="connsiteX0" fmla="*/ 494676 w 1063885"/>
              <a:gd name="connsiteY0" fmla="*/ 0 h 2188564"/>
              <a:gd name="connsiteX1" fmla="*/ 794479 w 1063885"/>
              <a:gd name="connsiteY1" fmla="*/ 374754 h 2188564"/>
              <a:gd name="connsiteX2" fmla="*/ 1034321 w 1063885"/>
              <a:gd name="connsiteY2" fmla="*/ 1034321 h 2188564"/>
              <a:gd name="connsiteX3" fmla="*/ 944380 w 1063885"/>
              <a:gd name="connsiteY3" fmla="*/ 1633927 h 2188564"/>
              <a:gd name="connsiteX4" fmla="*/ 0 w 1063885"/>
              <a:gd name="connsiteY4" fmla="*/ 2188564 h 21885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63885" h="2188564">
                <a:moveTo>
                  <a:pt x="494676" y="0"/>
                </a:moveTo>
                <a:cubicBezTo>
                  <a:pt x="599607" y="101183"/>
                  <a:pt x="704538" y="202367"/>
                  <a:pt x="794479" y="374754"/>
                </a:cubicBezTo>
                <a:cubicBezTo>
                  <a:pt x="884420" y="547141"/>
                  <a:pt x="1009337" y="824459"/>
                  <a:pt x="1034321" y="1034321"/>
                </a:cubicBezTo>
                <a:cubicBezTo>
                  <a:pt x="1059305" y="1244183"/>
                  <a:pt x="1116767" y="1441553"/>
                  <a:pt x="944380" y="1633927"/>
                </a:cubicBezTo>
                <a:cubicBezTo>
                  <a:pt x="771993" y="1826301"/>
                  <a:pt x="385996" y="2007432"/>
                  <a:pt x="0" y="2188564"/>
                </a:cubicBezTo>
              </a:path>
            </a:pathLst>
          </a:cu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28DE0E21-D1B3-B655-12F9-9C2F06397E6E}"/>
              </a:ext>
            </a:extLst>
          </p:cNvPr>
          <p:cNvCxnSpPr>
            <a:cxnSpLocks/>
          </p:cNvCxnSpPr>
          <p:nvPr/>
        </p:nvCxnSpPr>
        <p:spPr>
          <a:xfrm flipV="1">
            <a:off x="5558202" y="2397939"/>
            <a:ext cx="297935" cy="32299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AEE9E92E-D56C-B37E-63F5-7324FD86692C}"/>
              </a:ext>
            </a:extLst>
          </p:cNvPr>
          <p:cNvCxnSpPr>
            <a:cxnSpLocks/>
          </p:cNvCxnSpPr>
          <p:nvPr/>
        </p:nvCxnSpPr>
        <p:spPr>
          <a:xfrm flipH="1" flipV="1">
            <a:off x="5876539" y="1226605"/>
            <a:ext cx="12471" cy="883813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3B539557-7F80-E1C4-4DDC-F0729E92D933}"/>
              </a:ext>
            </a:extLst>
          </p:cNvPr>
          <p:cNvCxnSpPr>
            <a:cxnSpLocks/>
          </p:cNvCxnSpPr>
          <p:nvPr/>
        </p:nvCxnSpPr>
        <p:spPr>
          <a:xfrm flipV="1">
            <a:off x="6280289" y="1946995"/>
            <a:ext cx="429086" cy="318021"/>
          </a:xfrm>
          <a:prstGeom prst="straightConnector1">
            <a:avLst/>
          </a:prstGeom>
          <a:ln w="38100">
            <a:solidFill>
              <a:srgbClr val="0432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C5AA0FE2-3048-4209-A2B0-D3C2446E5EAE}"/>
              </a:ext>
            </a:extLst>
          </p:cNvPr>
          <p:cNvCxnSpPr>
            <a:cxnSpLocks/>
          </p:cNvCxnSpPr>
          <p:nvPr/>
        </p:nvCxnSpPr>
        <p:spPr>
          <a:xfrm flipV="1">
            <a:off x="7228291" y="1367291"/>
            <a:ext cx="420995" cy="360096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99D84030-5D3B-95C9-E6FB-6848503E70AA}"/>
              </a:ext>
            </a:extLst>
          </p:cNvPr>
          <p:cNvCxnSpPr>
            <a:cxnSpLocks/>
          </p:cNvCxnSpPr>
          <p:nvPr/>
        </p:nvCxnSpPr>
        <p:spPr>
          <a:xfrm>
            <a:off x="5402249" y="2984640"/>
            <a:ext cx="686243" cy="491241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38E106CE-7CC7-B0CD-CB2D-4819DC561A8E}"/>
              </a:ext>
            </a:extLst>
          </p:cNvPr>
          <p:cNvCxnSpPr>
            <a:cxnSpLocks/>
          </p:cNvCxnSpPr>
          <p:nvPr/>
        </p:nvCxnSpPr>
        <p:spPr>
          <a:xfrm>
            <a:off x="6651173" y="3689656"/>
            <a:ext cx="285136" cy="7307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FA3F2025-5EDD-9076-1061-D3B75F2F37BF}"/>
              </a:ext>
            </a:extLst>
          </p:cNvPr>
          <p:cNvCxnSpPr>
            <a:cxnSpLocks/>
          </p:cNvCxnSpPr>
          <p:nvPr/>
        </p:nvCxnSpPr>
        <p:spPr>
          <a:xfrm flipV="1">
            <a:off x="7189576" y="2759233"/>
            <a:ext cx="504680" cy="724331"/>
          </a:xfrm>
          <a:prstGeom prst="straightConnector1">
            <a:avLst/>
          </a:prstGeom>
          <a:ln w="38100">
            <a:solidFill>
              <a:srgbClr val="0432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Freeform 99">
            <a:extLst>
              <a:ext uri="{FF2B5EF4-FFF2-40B4-BE49-F238E27FC236}">
                <a16:creationId xmlns:a16="http://schemas.microsoft.com/office/drawing/2014/main" id="{589F0A55-141B-325C-28D7-2C9298409102}"/>
              </a:ext>
            </a:extLst>
          </p:cNvPr>
          <p:cNvSpPr/>
          <p:nvPr/>
        </p:nvSpPr>
        <p:spPr>
          <a:xfrm>
            <a:off x="2806385" y="715944"/>
            <a:ext cx="3055248" cy="2538517"/>
          </a:xfrm>
          <a:custGeom>
            <a:avLst/>
            <a:gdLst>
              <a:gd name="connsiteX0" fmla="*/ 52968 w 3055248"/>
              <a:gd name="connsiteY0" fmla="*/ 1944935 h 2538517"/>
              <a:gd name="connsiteX1" fmla="*/ 7998 w 3055248"/>
              <a:gd name="connsiteY1" fmla="*/ 1210417 h 2538517"/>
              <a:gd name="connsiteX2" fmla="*/ 82949 w 3055248"/>
              <a:gd name="connsiteY2" fmla="*/ 445919 h 2538517"/>
              <a:gd name="connsiteX3" fmla="*/ 337781 w 3055248"/>
              <a:gd name="connsiteY3" fmla="*/ 26194 h 2538517"/>
              <a:gd name="connsiteX4" fmla="*/ 1072299 w 3055248"/>
              <a:gd name="connsiteY4" fmla="*/ 101145 h 2538517"/>
              <a:gd name="connsiteX5" fmla="*/ 1851788 w 3055248"/>
              <a:gd name="connsiteY5" fmla="*/ 565840 h 2538517"/>
              <a:gd name="connsiteX6" fmla="*/ 2526345 w 3055248"/>
              <a:gd name="connsiteY6" fmla="*/ 1315348 h 2538517"/>
              <a:gd name="connsiteX7" fmla="*/ 2916090 w 3055248"/>
              <a:gd name="connsiteY7" fmla="*/ 1884975 h 2538517"/>
              <a:gd name="connsiteX8" fmla="*/ 3051001 w 3055248"/>
              <a:gd name="connsiteY8" fmla="*/ 2259729 h 2538517"/>
              <a:gd name="connsiteX9" fmla="*/ 2781178 w 3055248"/>
              <a:gd name="connsiteY9" fmla="*/ 2499571 h 2538517"/>
              <a:gd name="connsiteX10" fmla="*/ 2061650 w 3055248"/>
              <a:gd name="connsiteY10" fmla="*/ 2529552 h 2538517"/>
              <a:gd name="connsiteX11" fmla="*/ 1207211 w 3055248"/>
              <a:gd name="connsiteY11" fmla="*/ 2409630 h 2538517"/>
              <a:gd name="connsiteX12" fmla="*/ 457703 w 3055248"/>
              <a:gd name="connsiteY12" fmla="*/ 2259729 h 2538517"/>
              <a:gd name="connsiteX13" fmla="*/ 52968 w 3055248"/>
              <a:gd name="connsiteY13" fmla="*/ 1944935 h 2538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055248" h="2538517">
                <a:moveTo>
                  <a:pt x="52968" y="1944935"/>
                </a:moveTo>
                <a:cubicBezTo>
                  <a:pt x="-21983" y="1770050"/>
                  <a:pt x="3001" y="1460253"/>
                  <a:pt x="7998" y="1210417"/>
                </a:cubicBezTo>
                <a:cubicBezTo>
                  <a:pt x="12995" y="960581"/>
                  <a:pt x="27985" y="643289"/>
                  <a:pt x="82949" y="445919"/>
                </a:cubicBezTo>
                <a:cubicBezTo>
                  <a:pt x="137913" y="248549"/>
                  <a:pt x="172889" y="83656"/>
                  <a:pt x="337781" y="26194"/>
                </a:cubicBezTo>
                <a:cubicBezTo>
                  <a:pt x="502673" y="-31268"/>
                  <a:pt x="819965" y="11204"/>
                  <a:pt x="1072299" y="101145"/>
                </a:cubicBezTo>
                <a:cubicBezTo>
                  <a:pt x="1324634" y="191086"/>
                  <a:pt x="1609447" y="363473"/>
                  <a:pt x="1851788" y="565840"/>
                </a:cubicBezTo>
                <a:cubicBezTo>
                  <a:pt x="2094129" y="768207"/>
                  <a:pt x="2348961" y="1095492"/>
                  <a:pt x="2526345" y="1315348"/>
                </a:cubicBezTo>
                <a:cubicBezTo>
                  <a:pt x="2703729" y="1535204"/>
                  <a:pt x="2828647" y="1727578"/>
                  <a:pt x="2916090" y="1884975"/>
                </a:cubicBezTo>
                <a:cubicBezTo>
                  <a:pt x="3003533" y="2042372"/>
                  <a:pt x="3073486" y="2157296"/>
                  <a:pt x="3051001" y="2259729"/>
                </a:cubicBezTo>
                <a:cubicBezTo>
                  <a:pt x="3028516" y="2362162"/>
                  <a:pt x="2946070" y="2454601"/>
                  <a:pt x="2781178" y="2499571"/>
                </a:cubicBezTo>
                <a:cubicBezTo>
                  <a:pt x="2616286" y="2544542"/>
                  <a:pt x="2323978" y="2544542"/>
                  <a:pt x="2061650" y="2529552"/>
                </a:cubicBezTo>
                <a:cubicBezTo>
                  <a:pt x="1799322" y="2514562"/>
                  <a:pt x="1474536" y="2454601"/>
                  <a:pt x="1207211" y="2409630"/>
                </a:cubicBezTo>
                <a:cubicBezTo>
                  <a:pt x="939886" y="2364659"/>
                  <a:pt x="647578" y="2337178"/>
                  <a:pt x="457703" y="2259729"/>
                </a:cubicBezTo>
                <a:cubicBezTo>
                  <a:pt x="267828" y="2182280"/>
                  <a:pt x="127919" y="2119820"/>
                  <a:pt x="52968" y="1944935"/>
                </a:cubicBezTo>
                <a:close/>
              </a:path>
            </a:pathLst>
          </a:custGeom>
          <a:solidFill>
            <a:srgbClr val="FF7C80">
              <a:alpha val="15294"/>
            </a:srgbClr>
          </a:solidFill>
          <a:ln w="38100">
            <a:solidFill>
              <a:srgbClr val="FF7C8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C1F9FFFB-1FBB-42A3-167A-9BF1B44FAFAE}"/>
              </a:ext>
            </a:extLst>
          </p:cNvPr>
          <p:cNvSpPr txBox="1"/>
          <p:nvPr/>
        </p:nvSpPr>
        <p:spPr>
          <a:xfrm>
            <a:off x="8504155" y="335766"/>
            <a:ext cx="131247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609DFF"/>
                </a:solidFill>
              </a:rPr>
              <a:t>PmtHEE-based HF cell states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6C68B3C4-1384-41C5-7884-D3E27AF823D9}"/>
              </a:ext>
            </a:extLst>
          </p:cNvPr>
          <p:cNvSpPr txBox="1"/>
          <p:nvPr/>
        </p:nvSpPr>
        <p:spPr>
          <a:xfrm>
            <a:off x="1569027" y="1323473"/>
            <a:ext cx="114172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7C80"/>
                </a:solidFill>
              </a:rPr>
              <a:t>FibHSE-based HF cell states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48E6F4-5DF9-4CCD-7532-626FD0DB3D39}"/>
              </a:ext>
            </a:extLst>
          </p:cNvPr>
          <p:cNvSpPr txBox="1"/>
          <p:nvPr/>
        </p:nvSpPr>
        <p:spPr>
          <a:xfrm>
            <a:off x="7558337" y="6170680"/>
            <a:ext cx="451658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0B050"/>
                </a:solidFill>
              </a:rPr>
              <a:t>Hand-made trajectory summary based on </a:t>
            </a:r>
          </a:p>
          <a:p>
            <a:r>
              <a:rPr lang="en-US" sz="1600" b="1" dirty="0">
                <a:solidFill>
                  <a:srgbClr val="FF0000"/>
                </a:solidFill>
              </a:rPr>
              <a:t>R8_KC_1_Cell_type_umap_plot_transparency.pdf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62F33801-E739-2279-BD96-47969F0F960E}"/>
              </a:ext>
            </a:extLst>
          </p:cNvPr>
          <p:cNvSpPr/>
          <p:nvPr/>
        </p:nvSpPr>
        <p:spPr>
          <a:xfrm>
            <a:off x="4949095" y="305407"/>
            <a:ext cx="3497239" cy="3775694"/>
          </a:xfrm>
          <a:custGeom>
            <a:avLst/>
            <a:gdLst>
              <a:gd name="connsiteX0" fmla="*/ 59 w 3497239"/>
              <a:gd name="connsiteY0" fmla="*/ 2102021 h 3775694"/>
              <a:gd name="connsiteX1" fmla="*/ 160697 w 3497239"/>
              <a:gd name="connsiteY1" fmla="*/ 1447113 h 3775694"/>
              <a:gd name="connsiteX2" fmla="*/ 259551 w 3497239"/>
              <a:gd name="connsiteY2" fmla="*/ 507999 h 3775694"/>
              <a:gd name="connsiteX3" fmla="*/ 692038 w 3497239"/>
              <a:gd name="connsiteY3" fmla="*/ 223794 h 3775694"/>
              <a:gd name="connsiteX4" fmla="*/ 1285162 w 3497239"/>
              <a:gd name="connsiteY4" fmla="*/ 13729 h 3775694"/>
              <a:gd name="connsiteX5" fmla="*/ 2137778 w 3497239"/>
              <a:gd name="connsiteY5" fmla="*/ 63156 h 3775694"/>
              <a:gd name="connsiteX6" fmla="*/ 3052178 w 3497239"/>
              <a:gd name="connsiteY6" fmla="*/ 409145 h 3775694"/>
              <a:gd name="connsiteX7" fmla="*/ 3497021 w 3497239"/>
              <a:gd name="connsiteY7" fmla="*/ 1026983 h 3775694"/>
              <a:gd name="connsiteX8" fmla="*/ 3002751 w 3497239"/>
              <a:gd name="connsiteY8" fmla="*/ 1669534 h 3775694"/>
              <a:gd name="connsiteX9" fmla="*/ 2347843 w 3497239"/>
              <a:gd name="connsiteY9" fmla="*/ 2287372 h 3775694"/>
              <a:gd name="connsiteX10" fmla="*/ 2248989 w 3497239"/>
              <a:gd name="connsiteY10" fmla="*/ 2645718 h 3775694"/>
              <a:gd name="connsiteX11" fmla="*/ 2706189 w 3497239"/>
              <a:gd name="connsiteY11" fmla="*/ 3164702 h 3775694"/>
              <a:gd name="connsiteX12" fmla="*/ 2990394 w 3497239"/>
              <a:gd name="connsiteY12" fmla="*/ 3621902 h 3775694"/>
              <a:gd name="connsiteX13" fmla="*/ 2211919 w 3497239"/>
              <a:gd name="connsiteY13" fmla="*/ 3757826 h 3775694"/>
              <a:gd name="connsiteX14" fmla="*/ 1421086 w 3497239"/>
              <a:gd name="connsiteY14" fmla="*/ 3720756 h 3775694"/>
              <a:gd name="connsiteX15" fmla="*/ 580827 w 3497239"/>
              <a:gd name="connsiteY15" fmla="*/ 3275913 h 3775694"/>
              <a:gd name="connsiteX16" fmla="*/ 148340 w 3497239"/>
              <a:gd name="connsiteY16" fmla="*/ 2917567 h 3775694"/>
              <a:gd name="connsiteX17" fmla="*/ 59 w 3497239"/>
              <a:gd name="connsiteY17" fmla="*/ 2102021 h 3775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497239" h="3775694">
                <a:moveTo>
                  <a:pt x="59" y="2102021"/>
                </a:moveTo>
                <a:cubicBezTo>
                  <a:pt x="2119" y="1856945"/>
                  <a:pt x="117448" y="1712783"/>
                  <a:pt x="160697" y="1447113"/>
                </a:cubicBezTo>
                <a:cubicBezTo>
                  <a:pt x="203946" y="1181443"/>
                  <a:pt x="170994" y="711885"/>
                  <a:pt x="259551" y="507999"/>
                </a:cubicBezTo>
                <a:cubicBezTo>
                  <a:pt x="348108" y="304112"/>
                  <a:pt x="521103" y="306172"/>
                  <a:pt x="692038" y="223794"/>
                </a:cubicBezTo>
                <a:cubicBezTo>
                  <a:pt x="862973" y="141416"/>
                  <a:pt x="1044205" y="40502"/>
                  <a:pt x="1285162" y="13729"/>
                </a:cubicBezTo>
                <a:cubicBezTo>
                  <a:pt x="1526119" y="-13044"/>
                  <a:pt x="1843275" y="-2747"/>
                  <a:pt x="2137778" y="63156"/>
                </a:cubicBezTo>
                <a:cubicBezTo>
                  <a:pt x="2432281" y="129059"/>
                  <a:pt x="2825638" y="248507"/>
                  <a:pt x="3052178" y="409145"/>
                </a:cubicBezTo>
                <a:cubicBezTo>
                  <a:pt x="3278718" y="569783"/>
                  <a:pt x="3505259" y="816918"/>
                  <a:pt x="3497021" y="1026983"/>
                </a:cubicBezTo>
                <a:cubicBezTo>
                  <a:pt x="3488783" y="1237048"/>
                  <a:pt x="3194281" y="1459469"/>
                  <a:pt x="3002751" y="1669534"/>
                </a:cubicBezTo>
                <a:cubicBezTo>
                  <a:pt x="2811221" y="1879599"/>
                  <a:pt x="2473470" y="2124675"/>
                  <a:pt x="2347843" y="2287372"/>
                </a:cubicBezTo>
                <a:cubicBezTo>
                  <a:pt x="2222216" y="2450069"/>
                  <a:pt x="2189265" y="2499496"/>
                  <a:pt x="2248989" y="2645718"/>
                </a:cubicBezTo>
                <a:cubicBezTo>
                  <a:pt x="2308713" y="2791940"/>
                  <a:pt x="2582622" y="3002005"/>
                  <a:pt x="2706189" y="3164702"/>
                </a:cubicBezTo>
                <a:cubicBezTo>
                  <a:pt x="2829756" y="3327399"/>
                  <a:pt x="3072772" y="3523048"/>
                  <a:pt x="2990394" y="3621902"/>
                </a:cubicBezTo>
                <a:cubicBezTo>
                  <a:pt x="2908016" y="3720756"/>
                  <a:pt x="2473470" y="3741350"/>
                  <a:pt x="2211919" y="3757826"/>
                </a:cubicBezTo>
                <a:cubicBezTo>
                  <a:pt x="1950368" y="3774302"/>
                  <a:pt x="1692935" y="3801075"/>
                  <a:pt x="1421086" y="3720756"/>
                </a:cubicBezTo>
                <a:cubicBezTo>
                  <a:pt x="1149237" y="3640437"/>
                  <a:pt x="792951" y="3409778"/>
                  <a:pt x="580827" y="3275913"/>
                </a:cubicBezTo>
                <a:cubicBezTo>
                  <a:pt x="368703" y="3142048"/>
                  <a:pt x="247194" y="3113216"/>
                  <a:pt x="148340" y="2917567"/>
                </a:cubicBezTo>
                <a:cubicBezTo>
                  <a:pt x="49486" y="2721918"/>
                  <a:pt x="-2001" y="2347097"/>
                  <a:pt x="59" y="2102021"/>
                </a:cubicBezTo>
                <a:close/>
              </a:path>
            </a:pathLst>
          </a:custGeom>
          <a:solidFill>
            <a:srgbClr val="609DFF">
              <a:alpha val="20392"/>
            </a:srgbClr>
          </a:solidFill>
          <a:ln w="38100">
            <a:solidFill>
              <a:srgbClr val="609D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377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25310</TotalTime>
  <Words>447</Words>
  <Application>Microsoft Macintosh PowerPoint</Application>
  <PresentationFormat>Widescreen</PresentationFormat>
  <Paragraphs>77</Paragraphs>
  <Slides>13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JIA Yunlong</dc:creator>
  <cp:lastModifiedBy>Yunlong Jia</cp:lastModifiedBy>
  <cp:revision>168</cp:revision>
  <dcterms:created xsi:type="dcterms:W3CDTF">2020-11-28T08:12:13Z</dcterms:created>
  <dcterms:modified xsi:type="dcterms:W3CDTF">2024-10-16T22:11:12Z</dcterms:modified>
</cp:coreProperties>
</file>